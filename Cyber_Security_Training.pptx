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xml" ContentType="application/inkml+xml"/>
  <Override PartName="/ppt/ink/ink2.xml" ContentType="application/inkml+xml"/>
  <Override PartName="/ppt/comments/comment1.xml" ContentType="application/vnd.openxmlformats-officedocument.presentationml.comments+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omments/comment2.xml" ContentType="application/vnd.openxmlformats-officedocument.presentationml.comments+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omments/comment3.xml" ContentType="application/vnd.openxmlformats-officedocument.presentationml.comments+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omments/comment4.xml" ContentType="application/vnd.openxmlformats-officedocument.presentationml.comments+xml"/>
  <Override PartName="/ppt/notesSlides/notesSlide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media/image68.JPG" ContentType="image/png"/>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comments/comment5.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6.xml" ContentType="application/vnd.openxmlformats-officedocument.presentationml.comments+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comments/comment7.xml" ContentType="application/vnd.openxmlformats-officedocument.presentationml.comments+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6"/>
  </p:notesMasterIdLst>
  <p:sldIdLst>
    <p:sldId id="338" r:id="rId5"/>
    <p:sldId id="291" r:id="rId6"/>
    <p:sldId id="276" r:id="rId7"/>
    <p:sldId id="283" r:id="rId8"/>
    <p:sldId id="278" r:id="rId9"/>
    <p:sldId id="305" r:id="rId10"/>
    <p:sldId id="284" r:id="rId11"/>
    <p:sldId id="336" r:id="rId12"/>
    <p:sldId id="301" r:id="rId13"/>
    <p:sldId id="290" r:id="rId14"/>
    <p:sldId id="350" r:id="rId15"/>
    <p:sldId id="351" r:id="rId16"/>
    <p:sldId id="353" r:id="rId17"/>
    <p:sldId id="257" r:id="rId18"/>
    <p:sldId id="258" r:id="rId19"/>
    <p:sldId id="261" r:id="rId20"/>
    <p:sldId id="312" r:id="rId21"/>
    <p:sldId id="268" r:id="rId22"/>
    <p:sldId id="354" r:id="rId23"/>
    <p:sldId id="355" r:id="rId24"/>
    <p:sldId id="269" r:id="rId25"/>
    <p:sldId id="270" r:id="rId26"/>
    <p:sldId id="317" r:id="rId27"/>
    <p:sldId id="318" r:id="rId28"/>
    <p:sldId id="315" r:id="rId29"/>
    <p:sldId id="314" r:id="rId30"/>
    <p:sldId id="292" r:id="rId31"/>
    <p:sldId id="339" r:id="rId32"/>
    <p:sldId id="293" r:id="rId33"/>
    <p:sldId id="347" r:id="rId34"/>
    <p:sldId id="344" r:id="rId35"/>
    <p:sldId id="308" r:id="rId36"/>
    <p:sldId id="272" r:id="rId37"/>
    <p:sldId id="357" r:id="rId38"/>
    <p:sldId id="300" r:id="rId39"/>
    <p:sldId id="340" r:id="rId40"/>
    <p:sldId id="289" r:id="rId41"/>
    <p:sldId id="303" r:id="rId42"/>
    <p:sldId id="313" r:id="rId43"/>
    <p:sldId id="288" r:id="rId44"/>
    <p:sldId id="264" r:id="rId45"/>
    <p:sldId id="279" r:id="rId46"/>
    <p:sldId id="285" r:id="rId47"/>
    <p:sldId id="281" r:id="rId48"/>
    <p:sldId id="319" r:id="rId49"/>
    <p:sldId id="341" r:id="rId50"/>
    <p:sldId id="348" r:id="rId51"/>
    <p:sldId id="296" r:id="rId52"/>
    <p:sldId id="335" r:id="rId53"/>
    <p:sldId id="349" r:id="rId54"/>
    <p:sldId id="321" r:id="rId55"/>
    <p:sldId id="325" r:id="rId56"/>
    <p:sldId id="324" r:id="rId57"/>
    <p:sldId id="342" r:id="rId58"/>
    <p:sldId id="259" r:id="rId59"/>
    <p:sldId id="332" r:id="rId60"/>
    <p:sldId id="343" r:id="rId61"/>
    <p:sldId id="327" r:id="rId62"/>
    <p:sldId id="331" r:id="rId63"/>
    <p:sldId id="329" r:id="rId64"/>
    <p:sldId id="346"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TP Admin" initials="MA" lastIdx="17" clrIdx="0">
    <p:extLst>
      <p:ext uri="{19B8F6BF-5375-455C-9EA6-DF929625EA0E}">
        <p15:presenceInfo xmlns:p15="http://schemas.microsoft.com/office/powerpoint/2012/main" userId="MTP 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08" autoAdjust="0"/>
    <p:restoredTop sz="94660"/>
  </p:normalViewPr>
  <p:slideViewPr>
    <p:cSldViewPr snapToGrid="0">
      <p:cViewPr varScale="1">
        <p:scale>
          <a:sx n="108" d="100"/>
          <a:sy n="108" d="100"/>
        </p:scale>
        <p:origin x="37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6-19T13:39:20.226" idx="11">
    <p:pos x="10" y="10"/>
    <p:text>Change JTG to a prominent Cup Team</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9-06-06T08:26:48.403" idx="1">
    <p:pos x="6069" y="1035"/>
    <p:text>Edit out sensitive info</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9-06-19T12:42:30.292" idx="9">
    <p:pos x="10" y="10"/>
    <p:text>expand on how to create a secure password.</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19-06-19T12:42:30.292" idx="9">
    <p:pos x="10" y="10"/>
    <p:text>expand on how to create a secure password.</p:text>
    <p:extLst>
      <p:ext uri="{C676402C-5697-4E1C-873F-D02D1690AC5C}">
        <p15:threadingInfo xmlns:p15="http://schemas.microsoft.com/office/powerpoint/2012/main" timeZoneBias="2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19-06-19T12:42:56.711" idx="10">
    <p:pos x="10" y="10"/>
    <p:text>Teach them how to safely exit the the browser when this happens. Reboot if needed.</p:text>
    <p:extLst>
      <p:ext uri="{C676402C-5697-4E1C-873F-D02D1690AC5C}">
        <p15:threadingInfo xmlns:p15="http://schemas.microsoft.com/office/powerpoint/2012/main" timeZoneBias="2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19-06-12T18:11:00.080" idx="7">
    <p:pos x="6591" y="1558"/>
    <p:text>Source: NTT Security 2018 Global Threat Intelligence Report</p:text>
    <p:extLst>
      <p:ext uri="{C676402C-5697-4E1C-873F-D02D1690AC5C}">
        <p15:threadingInfo xmlns:p15="http://schemas.microsoft.com/office/powerpoint/2012/main" timeZoneBias="2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19-07-08T09:38:57.138" idx="17">
    <p:pos x="4223" y="1816"/>
    <p:text>Highlight .edu section and explain that this was a sign that it was not meant for them.</p:text>
    <p:extLst>
      <p:ext uri="{C676402C-5697-4E1C-873F-D02D1690AC5C}">
        <p15:threadingInfo xmlns:p15="http://schemas.microsoft.com/office/powerpoint/2012/main" timeZoneBias="240"/>
      </p:ext>
    </p:extLst>
  </p:cm>
</p:cmLst>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spaulforrest.com/2011/01/utahs-15-billion-cyber-security-center.html" TargetMode="External"/><Relationship Id="rId1" Type="http://schemas.openxmlformats.org/officeDocument/2006/relationships/image" Target="../media/image3.jpg"/></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ata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9.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ata12.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image" Target="../media/image68.JPG"/></Relationships>
</file>

<file path=ppt/diagrams/_rels/data1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76.svg"/></Relationships>
</file>

<file path=ppt/diagrams/_rels/data14.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image" Target="../media/image82.png"/></Relationships>
</file>

<file path=ppt/diagrams/_rels/data15.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svg"/><Relationship Id="rId1" Type="http://schemas.openxmlformats.org/officeDocument/2006/relationships/image" Target="../media/image94.png"/><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97.svg"/></Relationships>
</file>

<file path=ppt/diagrams/_rels/data1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95.svg"/><Relationship Id="rId1" Type="http://schemas.openxmlformats.org/officeDocument/2006/relationships/image" Target="../media/image94.png"/><Relationship Id="rId6" Type="http://schemas.openxmlformats.org/officeDocument/2006/relationships/image" Target="../media/image74.svg"/><Relationship Id="rId5" Type="http://schemas.openxmlformats.org/officeDocument/2006/relationships/image" Target="../media/image73.png"/><Relationship Id="rId4" Type="http://schemas.openxmlformats.org/officeDocument/2006/relationships/image" Target="../media/image103.svg"/></Relationships>
</file>

<file path=ppt/diagrams/_rels/data1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svg"/><Relationship Id="rId1" Type="http://schemas.openxmlformats.org/officeDocument/2006/relationships/image" Target="../media/image104.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107.svg"/></Relationships>
</file>

<file path=ppt/diagrams/_rels/data1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svg"/><Relationship Id="rId1" Type="http://schemas.openxmlformats.org/officeDocument/2006/relationships/image" Target="../media/image98.png"/><Relationship Id="rId4" Type="http://schemas.openxmlformats.org/officeDocument/2006/relationships/image" Target="../media/image110.svg"/></Relationships>
</file>

<file path=ppt/diagrams/_rels/data1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1.svg"/><Relationship Id="rId1" Type="http://schemas.openxmlformats.org/officeDocument/2006/relationships/image" Target="../media/image100.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112.svg"/></Relationships>
</file>

<file path=ppt/diagrams/_rels/data20.xml.rels><?xml version="1.0" encoding="UTF-8" standalone="yes"?>
<Relationships xmlns="http://schemas.openxmlformats.org/package/2006/relationships"><Relationship Id="rId8" Type="http://schemas.openxmlformats.org/officeDocument/2006/relationships/image" Target="../media/image95.svg"/><Relationship Id="rId3" Type="http://schemas.openxmlformats.org/officeDocument/2006/relationships/image" Target="../media/image130.png"/><Relationship Id="rId7" Type="http://schemas.openxmlformats.org/officeDocument/2006/relationships/image" Target="../media/image134.png"/><Relationship Id="rId12" Type="http://schemas.openxmlformats.org/officeDocument/2006/relationships/image" Target="../media/image138.svg"/><Relationship Id="rId2" Type="http://schemas.openxmlformats.org/officeDocument/2006/relationships/image" Target="../media/image129.svg"/><Relationship Id="rId1" Type="http://schemas.openxmlformats.org/officeDocument/2006/relationships/image" Target="../media/image128.png"/><Relationship Id="rId6" Type="http://schemas.openxmlformats.org/officeDocument/2006/relationships/image" Target="../media/image133.svg"/><Relationship Id="rId11" Type="http://schemas.openxmlformats.org/officeDocument/2006/relationships/image" Target="../media/image137.png"/><Relationship Id="rId5" Type="http://schemas.openxmlformats.org/officeDocument/2006/relationships/image" Target="../media/image132.png"/><Relationship Id="rId10" Type="http://schemas.openxmlformats.org/officeDocument/2006/relationships/image" Target="../media/image136.svg"/><Relationship Id="rId4" Type="http://schemas.openxmlformats.org/officeDocument/2006/relationships/image" Target="../media/image131.svg"/><Relationship Id="rId9" Type="http://schemas.openxmlformats.org/officeDocument/2006/relationships/image" Target="../media/image13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spaulforrest.com/2011/01/utahs-15-billion-cyber-security-center.html" TargetMode="External"/><Relationship Id="rId1" Type="http://schemas.openxmlformats.org/officeDocument/2006/relationships/image" Target="../media/image3.jp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diagrams/_rels/drawing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9.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12.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image" Target="../media/image68.JPG"/></Relationships>
</file>

<file path=ppt/diagrams/_rels/drawing1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76.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image" Target="../media/image82.png"/></Relationships>
</file>

<file path=ppt/diagrams/_rels/drawing15.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svg"/><Relationship Id="rId1" Type="http://schemas.openxmlformats.org/officeDocument/2006/relationships/image" Target="../media/image94.png"/><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97.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95.svg"/><Relationship Id="rId1" Type="http://schemas.openxmlformats.org/officeDocument/2006/relationships/image" Target="../media/image94.png"/><Relationship Id="rId6" Type="http://schemas.openxmlformats.org/officeDocument/2006/relationships/image" Target="../media/image74.svg"/><Relationship Id="rId5" Type="http://schemas.openxmlformats.org/officeDocument/2006/relationships/image" Target="../media/image73.png"/><Relationship Id="rId4" Type="http://schemas.openxmlformats.org/officeDocument/2006/relationships/image" Target="../media/image103.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svg"/><Relationship Id="rId1" Type="http://schemas.openxmlformats.org/officeDocument/2006/relationships/image" Target="../media/image104.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107.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svg"/><Relationship Id="rId1" Type="http://schemas.openxmlformats.org/officeDocument/2006/relationships/image" Target="../media/image98.png"/><Relationship Id="rId4" Type="http://schemas.openxmlformats.org/officeDocument/2006/relationships/image" Target="../media/image110.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1.svg"/><Relationship Id="rId1" Type="http://schemas.openxmlformats.org/officeDocument/2006/relationships/image" Target="../media/image100.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112.svg"/></Relationships>
</file>

<file path=ppt/diagrams/_rels/drawing20.xml.rels><?xml version="1.0" encoding="UTF-8" standalone="yes"?>
<Relationships xmlns="http://schemas.openxmlformats.org/package/2006/relationships"><Relationship Id="rId8" Type="http://schemas.openxmlformats.org/officeDocument/2006/relationships/image" Target="../media/image95.svg"/><Relationship Id="rId3" Type="http://schemas.openxmlformats.org/officeDocument/2006/relationships/image" Target="../media/image130.png"/><Relationship Id="rId7" Type="http://schemas.openxmlformats.org/officeDocument/2006/relationships/image" Target="../media/image134.png"/><Relationship Id="rId12" Type="http://schemas.openxmlformats.org/officeDocument/2006/relationships/image" Target="../media/image138.svg"/><Relationship Id="rId2" Type="http://schemas.openxmlformats.org/officeDocument/2006/relationships/image" Target="../media/image129.svg"/><Relationship Id="rId1" Type="http://schemas.openxmlformats.org/officeDocument/2006/relationships/image" Target="../media/image128.png"/><Relationship Id="rId6" Type="http://schemas.openxmlformats.org/officeDocument/2006/relationships/image" Target="../media/image133.svg"/><Relationship Id="rId11" Type="http://schemas.openxmlformats.org/officeDocument/2006/relationships/image" Target="../media/image137.png"/><Relationship Id="rId5" Type="http://schemas.openxmlformats.org/officeDocument/2006/relationships/image" Target="../media/image132.png"/><Relationship Id="rId10" Type="http://schemas.openxmlformats.org/officeDocument/2006/relationships/image" Target="../media/image136.svg"/><Relationship Id="rId4" Type="http://schemas.openxmlformats.org/officeDocument/2006/relationships/image" Target="../media/image131.svg"/><Relationship Id="rId9" Type="http://schemas.openxmlformats.org/officeDocument/2006/relationships/image" Target="../media/image135.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F00A87-A324-4168-92E6-C82667DB72E6}" type="doc">
      <dgm:prSet loTypeId="urn:microsoft.com/office/officeart/2018/2/layout/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3FA88CE9-17AC-4607-82A9-61DFD04F3667}">
      <dgm:prSet/>
      <dgm:spPr/>
      <dgm:t>
        <a:bodyPr/>
        <a:lstStyle/>
        <a:p>
          <a:pPr algn="ctr">
            <a:lnSpc>
              <a:spcPct val="100000"/>
            </a:lnSpc>
            <a:defRPr b="1"/>
          </a:pPr>
          <a:r>
            <a:rPr lang="en-US"/>
            <a:t>Cyber Security</a:t>
          </a:r>
          <a:endParaRPr lang="en-US" dirty="0"/>
        </a:p>
      </dgm:t>
    </dgm:pt>
    <dgm:pt modelId="{780DF14B-8CD5-4D5A-8B2F-22767590E5F2}" type="parTrans" cxnId="{06EFEBDC-FB68-469B-B968-4AAFFEF396A1}">
      <dgm:prSet/>
      <dgm:spPr/>
      <dgm:t>
        <a:bodyPr/>
        <a:lstStyle/>
        <a:p>
          <a:endParaRPr lang="en-US"/>
        </a:p>
      </dgm:t>
    </dgm:pt>
    <dgm:pt modelId="{872E90FA-BF21-4F64-93C5-02C7545EB12E}" type="sibTrans" cxnId="{06EFEBDC-FB68-469B-B968-4AAFFEF396A1}">
      <dgm:prSet/>
      <dgm:spPr/>
      <dgm:t>
        <a:bodyPr/>
        <a:lstStyle/>
        <a:p>
          <a:endParaRPr lang="en-US"/>
        </a:p>
      </dgm:t>
    </dgm:pt>
    <dgm:pt modelId="{9C480AF7-3FAF-42A4-BDA7-542B86DAE7AA}">
      <dgm:prSet/>
      <dgm:spPr/>
      <dgm:t>
        <a:bodyPr/>
        <a:lstStyle/>
        <a:p>
          <a:pPr>
            <a:lnSpc>
              <a:spcPct val="100000"/>
            </a:lnSpc>
          </a:pPr>
          <a:r>
            <a:rPr lang="en-US"/>
            <a:t>The state or process of protecting and recovering networks, devices, and programs from any type of cyberattack.</a:t>
          </a:r>
        </a:p>
      </dgm:t>
    </dgm:pt>
    <dgm:pt modelId="{8B5DF756-D563-487E-A004-FB06BB6C61A4}" type="parTrans" cxnId="{B6E4834C-C3D8-4E38-8B50-B8FE4EBAF761}">
      <dgm:prSet/>
      <dgm:spPr/>
      <dgm:t>
        <a:bodyPr/>
        <a:lstStyle/>
        <a:p>
          <a:endParaRPr lang="en-US"/>
        </a:p>
      </dgm:t>
    </dgm:pt>
    <dgm:pt modelId="{094CB674-5BFF-41AE-B384-CF0919DDD743}" type="sibTrans" cxnId="{B6E4834C-C3D8-4E38-8B50-B8FE4EBAF761}">
      <dgm:prSet/>
      <dgm:spPr/>
      <dgm:t>
        <a:bodyPr/>
        <a:lstStyle/>
        <a:p>
          <a:endParaRPr lang="en-US"/>
        </a:p>
      </dgm:t>
    </dgm:pt>
    <dgm:pt modelId="{7F457FDD-6BC4-4692-AC21-0133285DCD0A}">
      <dgm:prSet/>
      <dgm:spPr/>
      <dgm:t>
        <a:bodyPr/>
        <a:lstStyle/>
        <a:p>
          <a:pPr algn="ctr">
            <a:lnSpc>
              <a:spcPct val="100000"/>
            </a:lnSpc>
            <a:defRPr b="1"/>
          </a:pPr>
          <a:r>
            <a:rPr lang="en-US"/>
            <a:t>Cyber Attack</a:t>
          </a:r>
          <a:endParaRPr lang="en-US" dirty="0"/>
        </a:p>
      </dgm:t>
    </dgm:pt>
    <dgm:pt modelId="{0599F338-CB8D-496B-917A-251F3DB7249E}" type="parTrans" cxnId="{EFA6644E-88F6-4F8B-966C-5CFBEA0EADB8}">
      <dgm:prSet/>
      <dgm:spPr/>
      <dgm:t>
        <a:bodyPr/>
        <a:lstStyle/>
        <a:p>
          <a:endParaRPr lang="en-US"/>
        </a:p>
      </dgm:t>
    </dgm:pt>
    <dgm:pt modelId="{86431E96-9823-40C9-8C2B-C88014907A0E}" type="sibTrans" cxnId="{EFA6644E-88F6-4F8B-966C-5CFBEA0EADB8}">
      <dgm:prSet/>
      <dgm:spPr/>
      <dgm:t>
        <a:bodyPr/>
        <a:lstStyle/>
        <a:p>
          <a:endParaRPr lang="en-US"/>
        </a:p>
      </dgm:t>
    </dgm:pt>
    <dgm:pt modelId="{4B5FCCA2-4BE3-49D5-89C0-FB28475A8D47}">
      <dgm:prSet/>
      <dgm:spPr/>
      <dgm:t>
        <a:bodyPr/>
        <a:lstStyle/>
        <a:p>
          <a:pPr>
            <a:lnSpc>
              <a:spcPct val="100000"/>
            </a:lnSpc>
          </a:pPr>
          <a:r>
            <a:rPr lang="en-US"/>
            <a:t>An evolving danger to organizations, employees, and consumers. Designed to access or destroy sensitive data, equipment, or extort money. Cyber Attacks can, in effect, destroy businesses and damage people’s financial and personal lives.</a:t>
          </a:r>
          <a:endParaRPr lang="en-US" dirty="0"/>
        </a:p>
      </dgm:t>
    </dgm:pt>
    <dgm:pt modelId="{1210D2D5-33DA-4E62-8DE8-58F66A87D1F0}" type="parTrans" cxnId="{C27B4AB2-7E54-4F87-9AAB-85C831F6C72C}">
      <dgm:prSet/>
      <dgm:spPr/>
      <dgm:t>
        <a:bodyPr/>
        <a:lstStyle/>
        <a:p>
          <a:endParaRPr lang="en-US"/>
        </a:p>
      </dgm:t>
    </dgm:pt>
    <dgm:pt modelId="{C50D8617-51A9-466E-8F52-2C66545FFA05}" type="sibTrans" cxnId="{C27B4AB2-7E54-4F87-9AAB-85C831F6C72C}">
      <dgm:prSet/>
      <dgm:spPr/>
      <dgm:t>
        <a:bodyPr/>
        <a:lstStyle/>
        <a:p>
          <a:endParaRPr lang="en-US"/>
        </a:p>
      </dgm:t>
    </dgm:pt>
    <dgm:pt modelId="{6686BB4D-8C8A-4FEA-A082-84536C6C97BD}" type="pres">
      <dgm:prSet presAssocID="{B5F00A87-A324-4168-92E6-C82667DB72E6}" presName="root" presStyleCnt="0">
        <dgm:presLayoutVars>
          <dgm:dir/>
          <dgm:resizeHandles val="exact"/>
        </dgm:presLayoutVars>
      </dgm:prSet>
      <dgm:spPr/>
    </dgm:pt>
    <dgm:pt modelId="{9760E76A-A649-4F89-A7F9-FF53CCDD9240}" type="pres">
      <dgm:prSet presAssocID="{3FA88CE9-17AC-4607-82A9-61DFD04F3667}" presName="compNode" presStyleCnt="0"/>
      <dgm:spPr/>
    </dgm:pt>
    <dgm:pt modelId="{37CF0C71-9F3C-4135-9197-6DBCC63014C6}" type="pres">
      <dgm:prSet presAssocID="{3FA88CE9-17AC-4607-82A9-61DFD04F3667}" presName="iconRect" presStyleLbl="node1" presStyleIdx="0" presStyleCnt="2" custLinFactNeighborX="92908" custLinFactNeighborY="7337"/>
      <dgm:spPr>
        <a:blipFill>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17000" r="-17000"/>
          </a:stretch>
        </a:blipFill>
        <a:ln>
          <a:noFill/>
        </a:ln>
      </dgm:spPr>
      <dgm:extLst/>
    </dgm:pt>
    <dgm:pt modelId="{CFEC27A8-A4F4-4FF4-BFE9-407E5BEB1804}" type="pres">
      <dgm:prSet presAssocID="{3FA88CE9-17AC-4607-82A9-61DFD04F3667}" presName="iconSpace" presStyleCnt="0"/>
      <dgm:spPr/>
    </dgm:pt>
    <dgm:pt modelId="{CFF99824-3119-4BD9-AABF-3C80A058C3FA}" type="pres">
      <dgm:prSet presAssocID="{3FA88CE9-17AC-4607-82A9-61DFD04F3667}" presName="parTx" presStyleLbl="revTx" presStyleIdx="0" presStyleCnt="4">
        <dgm:presLayoutVars>
          <dgm:chMax val="0"/>
          <dgm:chPref val="0"/>
        </dgm:presLayoutVars>
      </dgm:prSet>
      <dgm:spPr/>
    </dgm:pt>
    <dgm:pt modelId="{1A290482-10CE-4C7B-86A4-D63D99840244}" type="pres">
      <dgm:prSet presAssocID="{3FA88CE9-17AC-4607-82A9-61DFD04F3667}" presName="txSpace" presStyleCnt="0"/>
      <dgm:spPr/>
    </dgm:pt>
    <dgm:pt modelId="{44A5D12D-034E-4547-ACA5-66D1C62D2046}" type="pres">
      <dgm:prSet presAssocID="{3FA88CE9-17AC-4607-82A9-61DFD04F3667}" presName="desTx" presStyleLbl="revTx" presStyleIdx="1" presStyleCnt="4">
        <dgm:presLayoutVars/>
      </dgm:prSet>
      <dgm:spPr/>
    </dgm:pt>
    <dgm:pt modelId="{E44B9FEB-B20D-47FA-A866-D195E890B53A}" type="pres">
      <dgm:prSet presAssocID="{872E90FA-BF21-4F64-93C5-02C7545EB12E}" presName="sibTrans" presStyleCnt="0"/>
      <dgm:spPr/>
    </dgm:pt>
    <dgm:pt modelId="{C5A7396B-D9CE-4773-BABB-407EF5408A86}" type="pres">
      <dgm:prSet presAssocID="{7F457FDD-6BC4-4692-AC21-0133285DCD0A}" presName="compNode" presStyleCnt="0"/>
      <dgm:spPr/>
    </dgm:pt>
    <dgm:pt modelId="{F466E93A-DC2E-44A7-B404-BDE98E08DC33}" type="pres">
      <dgm:prSet presAssocID="{7F457FDD-6BC4-4692-AC21-0133285DCD0A}" presName="iconRect" presStyleLbl="node1" presStyleIdx="1" presStyleCnt="2" custLinFactNeighborX="86394" custLinFactNeighborY="3703"/>
      <dgm:spPr>
        <a:blipFill>
          <a:blip xmlns:r="http://schemas.openxmlformats.org/officeDocument/2006/relationships" r:embed="rId3">
            <a:extLst>
              <a:ext uri="{28A0092B-C50C-407E-A947-70E740481C1C}">
                <a14:useLocalDpi xmlns:a14="http://schemas.microsoft.com/office/drawing/2010/main" val="0"/>
              </a:ext>
            </a:extLst>
          </a:blip>
          <a:srcRect/>
          <a:stretch>
            <a:fillRect l="-26000" r="-26000"/>
          </a:stretch>
        </a:blipFill>
        <a:ln>
          <a:noFill/>
        </a:ln>
      </dgm:spPr>
      <dgm:extLst/>
    </dgm:pt>
    <dgm:pt modelId="{82662D96-A814-4AA7-890E-8E7874377108}" type="pres">
      <dgm:prSet presAssocID="{7F457FDD-6BC4-4692-AC21-0133285DCD0A}" presName="iconSpace" presStyleCnt="0"/>
      <dgm:spPr/>
    </dgm:pt>
    <dgm:pt modelId="{5E8BB017-4710-4996-A209-4BEBD6EF7CAE}" type="pres">
      <dgm:prSet presAssocID="{7F457FDD-6BC4-4692-AC21-0133285DCD0A}" presName="parTx" presStyleLbl="revTx" presStyleIdx="2" presStyleCnt="4">
        <dgm:presLayoutVars>
          <dgm:chMax val="0"/>
          <dgm:chPref val="0"/>
        </dgm:presLayoutVars>
      </dgm:prSet>
      <dgm:spPr/>
    </dgm:pt>
    <dgm:pt modelId="{5943D928-A366-449A-8478-513747B25545}" type="pres">
      <dgm:prSet presAssocID="{7F457FDD-6BC4-4692-AC21-0133285DCD0A}" presName="txSpace" presStyleCnt="0"/>
      <dgm:spPr/>
    </dgm:pt>
    <dgm:pt modelId="{00860069-9ED8-4E46-ADA8-77377D3AD40E}" type="pres">
      <dgm:prSet presAssocID="{7F457FDD-6BC4-4692-AC21-0133285DCD0A}" presName="desTx" presStyleLbl="revTx" presStyleIdx="3" presStyleCnt="4">
        <dgm:presLayoutVars/>
      </dgm:prSet>
      <dgm:spPr/>
    </dgm:pt>
  </dgm:ptLst>
  <dgm:cxnLst>
    <dgm:cxn modelId="{275E2A3D-4DAA-4F10-99FE-15FCA0F3F70B}" type="presOf" srcId="{7F457FDD-6BC4-4692-AC21-0133285DCD0A}" destId="{5E8BB017-4710-4996-A209-4BEBD6EF7CAE}" srcOrd="0" destOrd="0" presId="urn:microsoft.com/office/officeart/2018/2/layout/IconLabelDescriptionList"/>
    <dgm:cxn modelId="{B6E4834C-C3D8-4E38-8B50-B8FE4EBAF761}" srcId="{3FA88CE9-17AC-4607-82A9-61DFD04F3667}" destId="{9C480AF7-3FAF-42A4-BDA7-542B86DAE7AA}" srcOrd="0" destOrd="0" parTransId="{8B5DF756-D563-487E-A004-FB06BB6C61A4}" sibTransId="{094CB674-5BFF-41AE-B384-CF0919DDD743}"/>
    <dgm:cxn modelId="{EFA6644E-88F6-4F8B-966C-5CFBEA0EADB8}" srcId="{B5F00A87-A324-4168-92E6-C82667DB72E6}" destId="{7F457FDD-6BC4-4692-AC21-0133285DCD0A}" srcOrd="1" destOrd="0" parTransId="{0599F338-CB8D-496B-917A-251F3DB7249E}" sibTransId="{86431E96-9823-40C9-8C2B-C88014907A0E}"/>
    <dgm:cxn modelId="{A765739D-CCD5-47A0-AABA-08B6497EC5E4}" type="presOf" srcId="{9C480AF7-3FAF-42A4-BDA7-542B86DAE7AA}" destId="{44A5D12D-034E-4547-ACA5-66D1C62D2046}" srcOrd="0" destOrd="0" presId="urn:microsoft.com/office/officeart/2018/2/layout/IconLabelDescriptionList"/>
    <dgm:cxn modelId="{BB7357A7-9D4F-45D4-8E2F-B4067C3AC762}" type="presOf" srcId="{4B5FCCA2-4BE3-49D5-89C0-FB28475A8D47}" destId="{00860069-9ED8-4E46-ADA8-77377D3AD40E}" srcOrd="0" destOrd="0" presId="urn:microsoft.com/office/officeart/2018/2/layout/IconLabelDescriptionList"/>
    <dgm:cxn modelId="{C27B4AB2-7E54-4F87-9AAB-85C831F6C72C}" srcId="{7F457FDD-6BC4-4692-AC21-0133285DCD0A}" destId="{4B5FCCA2-4BE3-49D5-89C0-FB28475A8D47}" srcOrd="0" destOrd="0" parTransId="{1210D2D5-33DA-4E62-8DE8-58F66A87D1F0}" sibTransId="{C50D8617-51A9-466E-8F52-2C66545FFA05}"/>
    <dgm:cxn modelId="{06EFEBDC-FB68-469B-B968-4AAFFEF396A1}" srcId="{B5F00A87-A324-4168-92E6-C82667DB72E6}" destId="{3FA88CE9-17AC-4607-82A9-61DFD04F3667}" srcOrd="0" destOrd="0" parTransId="{780DF14B-8CD5-4D5A-8B2F-22767590E5F2}" sibTransId="{872E90FA-BF21-4F64-93C5-02C7545EB12E}"/>
    <dgm:cxn modelId="{212F9CE8-96CF-4E9E-AE01-12BEB4186128}" type="presOf" srcId="{3FA88CE9-17AC-4607-82A9-61DFD04F3667}" destId="{CFF99824-3119-4BD9-AABF-3C80A058C3FA}" srcOrd="0" destOrd="0" presId="urn:microsoft.com/office/officeart/2018/2/layout/IconLabelDescriptionList"/>
    <dgm:cxn modelId="{FC5E5FFE-BA70-4B41-9F26-C0151E653CDA}" type="presOf" srcId="{B5F00A87-A324-4168-92E6-C82667DB72E6}" destId="{6686BB4D-8C8A-4FEA-A082-84536C6C97BD}" srcOrd="0" destOrd="0" presId="urn:microsoft.com/office/officeart/2018/2/layout/IconLabelDescriptionList"/>
    <dgm:cxn modelId="{8D98AFFB-FDEC-488B-A0AB-4A6DD45815E4}" type="presParOf" srcId="{6686BB4D-8C8A-4FEA-A082-84536C6C97BD}" destId="{9760E76A-A649-4F89-A7F9-FF53CCDD9240}" srcOrd="0" destOrd="0" presId="urn:microsoft.com/office/officeart/2018/2/layout/IconLabelDescriptionList"/>
    <dgm:cxn modelId="{279E07C2-2716-4DE7-B868-2515A29F74FB}" type="presParOf" srcId="{9760E76A-A649-4F89-A7F9-FF53CCDD9240}" destId="{37CF0C71-9F3C-4135-9197-6DBCC63014C6}" srcOrd="0" destOrd="0" presId="urn:microsoft.com/office/officeart/2018/2/layout/IconLabelDescriptionList"/>
    <dgm:cxn modelId="{77CF93B8-FE0E-4082-A094-299A9E786E43}" type="presParOf" srcId="{9760E76A-A649-4F89-A7F9-FF53CCDD9240}" destId="{CFEC27A8-A4F4-4FF4-BFE9-407E5BEB1804}" srcOrd="1" destOrd="0" presId="urn:microsoft.com/office/officeart/2018/2/layout/IconLabelDescriptionList"/>
    <dgm:cxn modelId="{C90E4756-9C21-471C-8BC8-DCDE36A5F807}" type="presParOf" srcId="{9760E76A-A649-4F89-A7F9-FF53CCDD9240}" destId="{CFF99824-3119-4BD9-AABF-3C80A058C3FA}" srcOrd="2" destOrd="0" presId="urn:microsoft.com/office/officeart/2018/2/layout/IconLabelDescriptionList"/>
    <dgm:cxn modelId="{903017EC-7669-4BE4-B079-EFF28754F8DA}" type="presParOf" srcId="{9760E76A-A649-4F89-A7F9-FF53CCDD9240}" destId="{1A290482-10CE-4C7B-86A4-D63D99840244}" srcOrd="3" destOrd="0" presId="urn:microsoft.com/office/officeart/2018/2/layout/IconLabelDescriptionList"/>
    <dgm:cxn modelId="{CE6B33C5-CEB2-42AD-92BE-CA30EFFB1132}" type="presParOf" srcId="{9760E76A-A649-4F89-A7F9-FF53CCDD9240}" destId="{44A5D12D-034E-4547-ACA5-66D1C62D2046}" srcOrd="4" destOrd="0" presId="urn:microsoft.com/office/officeart/2018/2/layout/IconLabelDescriptionList"/>
    <dgm:cxn modelId="{19376BEB-6523-4DEA-BDDA-086DF2BA03AC}" type="presParOf" srcId="{6686BB4D-8C8A-4FEA-A082-84536C6C97BD}" destId="{E44B9FEB-B20D-47FA-A866-D195E890B53A}" srcOrd="1" destOrd="0" presId="urn:microsoft.com/office/officeart/2018/2/layout/IconLabelDescriptionList"/>
    <dgm:cxn modelId="{CDB3D346-A639-481E-BC42-D8E6C2006DE1}" type="presParOf" srcId="{6686BB4D-8C8A-4FEA-A082-84536C6C97BD}" destId="{C5A7396B-D9CE-4773-BABB-407EF5408A86}" srcOrd="2" destOrd="0" presId="urn:microsoft.com/office/officeart/2018/2/layout/IconLabelDescriptionList"/>
    <dgm:cxn modelId="{7C3C8C3F-A227-46B5-A58A-C00E03F8A5C3}" type="presParOf" srcId="{C5A7396B-D9CE-4773-BABB-407EF5408A86}" destId="{F466E93A-DC2E-44A7-B404-BDE98E08DC33}" srcOrd="0" destOrd="0" presId="urn:microsoft.com/office/officeart/2018/2/layout/IconLabelDescriptionList"/>
    <dgm:cxn modelId="{C2D1FAD8-16D1-4905-AF06-BA8727D5D427}" type="presParOf" srcId="{C5A7396B-D9CE-4773-BABB-407EF5408A86}" destId="{82662D96-A814-4AA7-890E-8E7874377108}" srcOrd="1" destOrd="0" presId="urn:microsoft.com/office/officeart/2018/2/layout/IconLabelDescriptionList"/>
    <dgm:cxn modelId="{AA031679-6A9D-4226-9C42-C38B746517EC}" type="presParOf" srcId="{C5A7396B-D9CE-4773-BABB-407EF5408A86}" destId="{5E8BB017-4710-4996-A209-4BEBD6EF7CAE}" srcOrd="2" destOrd="0" presId="urn:microsoft.com/office/officeart/2018/2/layout/IconLabelDescriptionList"/>
    <dgm:cxn modelId="{738FA760-D899-4D58-A9B5-AB155A5DFC48}" type="presParOf" srcId="{C5A7396B-D9CE-4773-BABB-407EF5408A86}" destId="{5943D928-A366-449A-8478-513747B25545}" srcOrd="3" destOrd="0" presId="urn:microsoft.com/office/officeart/2018/2/layout/IconLabelDescriptionList"/>
    <dgm:cxn modelId="{E78C007D-CF49-48E6-A86B-4730B084A505}" type="presParOf" srcId="{C5A7396B-D9CE-4773-BABB-407EF5408A86}" destId="{00860069-9ED8-4E46-ADA8-77377D3AD40E}"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2FA384-A132-413C-A2BF-9DB75ACFB874}" type="doc">
      <dgm:prSet loTypeId="urn:microsoft.com/office/officeart/2018/2/layout/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6A81038B-9FAF-4C20-BF8C-EB8EDE6858AA}">
      <dgm:prSet/>
      <dgm:spPr/>
      <dgm:t>
        <a:bodyPr/>
        <a:lstStyle/>
        <a:p>
          <a:pPr>
            <a:defRPr b="1"/>
          </a:pPr>
          <a:r>
            <a:rPr lang="en-US"/>
            <a:t>Phishing</a:t>
          </a:r>
        </a:p>
      </dgm:t>
    </dgm:pt>
    <dgm:pt modelId="{4C2AC391-06C7-4325-B8F9-FE9E87ACB219}" type="parTrans" cxnId="{BC5E6E39-FA81-4018-B787-16A007848FD0}">
      <dgm:prSet/>
      <dgm:spPr/>
      <dgm:t>
        <a:bodyPr/>
        <a:lstStyle/>
        <a:p>
          <a:endParaRPr lang="en-US"/>
        </a:p>
      </dgm:t>
    </dgm:pt>
    <dgm:pt modelId="{E3ECF6B8-1CAF-4253-AB1F-E946E4CF0BD6}" type="sibTrans" cxnId="{BC5E6E39-FA81-4018-B787-16A007848FD0}">
      <dgm:prSet/>
      <dgm:spPr/>
      <dgm:t>
        <a:bodyPr/>
        <a:lstStyle/>
        <a:p>
          <a:endParaRPr lang="en-US"/>
        </a:p>
      </dgm:t>
    </dgm:pt>
    <dgm:pt modelId="{41A7546D-E907-48A7-B6C2-67CB202A68C0}">
      <dgm:prSet/>
      <dgm:spPr/>
      <dgm:t>
        <a:bodyPr/>
        <a:lstStyle/>
        <a:p>
          <a:r>
            <a:rPr lang="en-US"/>
            <a:t>Phishing is a cybercrime in which a target or targets are contacted by email, telephone or text message by someone posing as a legitimate institution to lure individuals into providing sensitive data such as personally identifiable information, banking, credit card details, and passwords. </a:t>
          </a:r>
        </a:p>
      </dgm:t>
    </dgm:pt>
    <dgm:pt modelId="{464961D5-834C-47FA-BEF0-2CF9718D08AC}" type="parTrans" cxnId="{E59B2B71-15F5-42AA-8176-FED7ACEDE586}">
      <dgm:prSet/>
      <dgm:spPr/>
      <dgm:t>
        <a:bodyPr/>
        <a:lstStyle/>
        <a:p>
          <a:endParaRPr lang="en-US"/>
        </a:p>
      </dgm:t>
    </dgm:pt>
    <dgm:pt modelId="{D50BFFCA-A2DF-4CD3-A9E7-FF47ED79F0EC}" type="sibTrans" cxnId="{E59B2B71-15F5-42AA-8176-FED7ACEDE586}">
      <dgm:prSet/>
      <dgm:spPr/>
      <dgm:t>
        <a:bodyPr/>
        <a:lstStyle/>
        <a:p>
          <a:endParaRPr lang="en-US"/>
        </a:p>
      </dgm:t>
    </dgm:pt>
    <dgm:pt modelId="{CE299DCE-0BC5-491E-ADFB-4D56ED87BF66}">
      <dgm:prSet/>
      <dgm:spPr/>
      <dgm:t>
        <a:bodyPr/>
        <a:lstStyle/>
        <a:p>
          <a:pPr>
            <a:defRPr b="1"/>
          </a:pPr>
          <a:r>
            <a:rPr lang="en-US"/>
            <a:t>Social Engineering</a:t>
          </a:r>
        </a:p>
      </dgm:t>
    </dgm:pt>
    <dgm:pt modelId="{4743CE9C-79E4-40C1-8065-3D0C29568D00}" type="parTrans" cxnId="{1985C0A7-28B2-463E-8A99-2681924EA4EB}">
      <dgm:prSet/>
      <dgm:spPr/>
      <dgm:t>
        <a:bodyPr/>
        <a:lstStyle/>
        <a:p>
          <a:endParaRPr lang="en-US"/>
        </a:p>
      </dgm:t>
    </dgm:pt>
    <dgm:pt modelId="{792C653B-F3C7-42DF-A7F2-D64D467475D4}" type="sibTrans" cxnId="{1985C0A7-28B2-463E-8A99-2681924EA4EB}">
      <dgm:prSet/>
      <dgm:spPr/>
      <dgm:t>
        <a:bodyPr/>
        <a:lstStyle/>
        <a:p>
          <a:endParaRPr lang="en-US"/>
        </a:p>
      </dgm:t>
    </dgm:pt>
    <dgm:pt modelId="{E588C555-D9D0-4C2C-A230-5E7D89A32732}">
      <dgm:prSet/>
      <dgm:spPr/>
      <dgm:t>
        <a:bodyPr/>
        <a:lstStyle/>
        <a:p>
          <a:r>
            <a:rPr lang="en-US"/>
            <a:t>The art of manipulating people so they give up confidential information.</a:t>
          </a:r>
        </a:p>
      </dgm:t>
    </dgm:pt>
    <dgm:pt modelId="{29F46866-FBC5-4F5E-9F8D-27CF644C0407}" type="parTrans" cxnId="{4701AC22-BD0C-49CB-831C-0C5A118468E9}">
      <dgm:prSet/>
      <dgm:spPr/>
      <dgm:t>
        <a:bodyPr/>
        <a:lstStyle/>
        <a:p>
          <a:endParaRPr lang="en-US"/>
        </a:p>
      </dgm:t>
    </dgm:pt>
    <dgm:pt modelId="{711CB158-792D-405C-8F51-3803246D0129}" type="sibTrans" cxnId="{4701AC22-BD0C-49CB-831C-0C5A118468E9}">
      <dgm:prSet/>
      <dgm:spPr/>
      <dgm:t>
        <a:bodyPr/>
        <a:lstStyle/>
        <a:p>
          <a:endParaRPr lang="en-US"/>
        </a:p>
      </dgm:t>
    </dgm:pt>
    <dgm:pt modelId="{07023662-DB2E-4581-91CA-8A8F4CF2D730}">
      <dgm:prSet/>
      <dgm:spPr/>
      <dgm:t>
        <a:bodyPr/>
        <a:lstStyle/>
        <a:p>
          <a:pPr>
            <a:defRPr b="1"/>
          </a:pPr>
          <a:r>
            <a:rPr lang="en-US"/>
            <a:t>Data Breach</a:t>
          </a:r>
        </a:p>
      </dgm:t>
    </dgm:pt>
    <dgm:pt modelId="{706E8F59-2B76-4B69-963F-8F2D5F8FB1EF}" type="parTrans" cxnId="{B211FF0A-FB6C-4DAB-B9C3-B331EFBF03B8}">
      <dgm:prSet/>
      <dgm:spPr/>
      <dgm:t>
        <a:bodyPr/>
        <a:lstStyle/>
        <a:p>
          <a:endParaRPr lang="en-US"/>
        </a:p>
      </dgm:t>
    </dgm:pt>
    <dgm:pt modelId="{34BDD2F5-E3EC-4092-ADCB-42D69420B56D}" type="sibTrans" cxnId="{B211FF0A-FB6C-4DAB-B9C3-B331EFBF03B8}">
      <dgm:prSet/>
      <dgm:spPr/>
      <dgm:t>
        <a:bodyPr/>
        <a:lstStyle/>
        <a:p>
          <a:endParaRPr lang="en-US"/>
        </a:p>
      </dgm:t>
    </dgm:pt>
    <dgm:pt modelId="{0BDDAFE1-203E-41FB-8957-3D56D9577C18}">
      <dgm:prSet/>
      <dgm:spPr/>
      <dgm:t>
        <a:bodyPr/>
        <a:lstStyle/>
        <a:p>
          <a:r>
            <a:rPr lang="en-US"/>
            <a:t>The intentional or unintentional release of secure or private/confidential information to an untrusted environment.</a:t>
          </a:r>
        </a:p>
      </dgm:t>
    </dgm:pt>
    <dgm:pt modelId="{2E62D798-780E-4E6E-B30A-84AF2F73AAF1}" type="parTrans" cxnId="{8DDB2EE3-C1A2-4B97-ABB8-F1D04A41B1DB}">
      <dgm:prSet/>
      <dgm:spPr/>
      <dgm:t>
        <a:bodyPr/>
        <a:lstStyle/>
        <a:p>
          <a:endParaRPr lang="en-US"/>
        </a:p>
      </dgm:t>
    </dgm:pt>
    <dgm:pt modelId="{7D6A4751-4D1A-4115-8B39-968ABE26BCDD}" type="sibTrans" cxnId="{8DDB2EE3-C1A2-4B97-ABB8-F1D04A41B1DB}">
      <dgm:prSet/>
      <dgm:spPr/>
      <dgm:t>
        <a:bodyPr/>
        <a:lstStyle/>
        <a:p>
          <a:endParaRPr lang="en-US"/>
        </a:p>
      </dgm:t>
    </dgm:pt>
    <dgm:pt modelId="{109666C3-2DF4-4713-8C22-2B1A0B09ACAD}" type="pres">
      <dgm:prSet presAssocID="{352FA384-A132-413C-A2BF-9DB75ACFB874}" presName="root" presStyleCnt="0">
        <dgm:presLayoutVars>
          <dgm:dir/>
          <dgm:resizeHandles val="exact"/>
        </dgm:presLayoutVars>
      </dgm:prSet>
      <dgm:spPr/>
    </dgm:pt>
    <dgm:pt modelId="{8E625B6E-8C65-4961-AACC-C623149E865E}" type="pres">
      <dgm:prSet presAssocID="{6A81038B-9FAF-4C20-BF8C-EB8EDE6858AA}" presName="compNode" presStyleCnt="0"/>
      <dgm:spPr/>
    </dgm:pt>
    <dgm:pt modelId="{1AA693A7-1943-4351-9FBF-D4332BBFB50B}" type="pres">
      <dgm:prSet presAssocID="{6A81038B-9FAF-4C20-BF8C-EB8EDE6858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hishing"/>
        </a:ext>
      </dgm:extLst>
    </dgm:pt>
    <dgm:pt modelId="{9501FF0D-1C3B-4F82-89B7-3E0749F035F3}" type="pres">
      <dgm:prSet presAssocID="{6A81038B-9FAF-4C20-BF8C-EB8EDE6858AA}" presName="iconSpace" presStyleCnt="0"/>
      <dgm:spPr/>
    </dgm:pt>
    <dgm:pt modelId="{6A01E7F6-E89B-4B00-A517-1B2EA5CD894F}" type="pres">
      <dgm:prSet presAssocID="{6A81038B-9FAF-4C20-BF8C-EB8EDE6858AA}" presName="parTx" presStyleLbl="revTx" presStyleIdx="0" presStyleCnt="6">
        <dgm:presLayoutVars>
          <dgm:chMax val="0"/>
          <dgm:chPref val="0"/>
        </dgm:presLayoutVars>
      </dgm:prSet>
      <dgm:spPr/>
    </dgm:pt>
    <dgm:pt modelId="{2D082FC9-691A-4FB3-BE6D-E75F65427487}" type="pres">
      <dgm:prSet presAssocID="{6A81038B-9FAF-4C20-BF8C-EB8EDE6858AA}" presName="txSpace" presStyleCnt="0"/>
      <dgm:spPr/>
    </dgm:pt>
    <dgm:pt modelId="{D4050697-E578-4BE6-BFE9-E35C34442539}" type="pres">
      <dgm:prSet presAssocID="{6A81038B-9FAF-4C20-BF8C-EB8EDE6858AA}" presName="desTx" presStyleLbl="revTx" presStyleIdx="1" presStyleCnt="6">
        <dgm:presLayoutVars/>
      </dgm:prSet>
      <dgm:spPr/>
    </dgm:pt>
    <dgm:pt modelId="{344FE66F-3498-4D11-B34D-6457F896A2CA}" type="pres">
      <dgm:prSet presAssocID="{E3ECF6B8-1CAF-4253-AB1F-E946E4CF0BD6}" presName="sibTrans" presStyleCnt="0"/>
      <dgm:spPr/>
    </dgm:pt>
    <dgm:pt modelId="{267137BC-6F49-4D77-A6D1-5F7E98FD5B5C}" type="pres">
      <dgm:prSet presAssocID="{CE299DCE-0BC5-491E-ADFB-4D56ED87BF66}" presName="compNode" presStyleCnt="0"/>
      <dgm:spPr/>
    </dgm:pt>
    <dgm:pt modelId="{DDF4EE14-B901-4DCA-B679-0F04A3CF6C4A}" type="pres">
      <dgm:prSet presAssocID="{CE299DCE-0BC5-491E-ADFB-4D56ED87BF6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ngerprint2"/>
        </a:ext>
      </dgm:extLst>
    </dgm:pt>
    <dgm:pt modelId="{C1631C87-8A5C-48C7-9CBC-57C2FBEA24F6}" type="pres">
      <dgm:prSet presAssocID="{CE299DCE-0BC5-491E-ADFB-4D56ED87BF66}" presName="iconSpace" presStyleCnt="0"/>
      <dgm:spPr/>
    </dgm:pt>
    <dgm:pt modelId="{987056FC-74B9-4F8C-9D3D-1D6FCFAEFF29}" type="pres">
      <dgm:prSet presAssocID="{CE299DCE-0BC5-491E-ADFB-4D56ED87BF66}" presName="parTx" presStyleLbl="revTx" presStyleIdx="2" presStyleCnt="6">
        <dgm:presLayoutVars>
          <dgm:chMax val="0"/>
          <dgm:chPref val="0"/>
        </dgm:presLayoutVars>
      </dgm:prSet>
      <dgm:spPr/>
    </dgm:pt>
    <dgm:pt modelId="{5B635B55-DE74-4D49-8F9B-AF54E40D575C}" type="pres">
      <dgm:prSet presAssocID="{CE299DCE-0BC5-491E-ADFB-4D56ED87BF66}" presName="txSpace" presStyleCnt="0"/>
      <dgm:spPr/>
    </dgm:pt>
    <dgm:pt modelId="{BECEFBEB-08F8-4209-985E-945099EFC97C}" type="pres">
      <dgm:prSet presAssocID="{CE299DCE-0BC5-491E-ADFB-4D56ED87BF66}" presName="desTx" presStyleLbl="revTx" presStyleIdx="3" presStyleCnt="6">
        <dgm:presLayoutVars/>
      </dgm:prSet>
      <dgm:spPr/>
    </dgm:pt>
    <dgm:pt modelId="{743B8942-8E1C-41FF-80C3-638ABD6941E4}" type="pres">
      <dgm:prSet presAssocID="{792C653B-F3C7-42DF-A7F2-D64D467475D4}" presName="sibTrans" presStyleCnt="0"/>
      <dgm:spPr/>
    </dgm:pt>
    <dgm:pt modelId="{451F2F67-2C60-4E78-93BB-4D52DED6ED29}" type="pres">
      <dgm:prSet presAssocID="{07023662-DB2E-4581-91CA-8A8F4CF2D730}" presName="compNode" presStyleCnt="0"/>
      <dgm:spPr/>
    </dgm:pt>
    <dgm:pt modelId="{C4CDE8BA-7CF8-4190-8AB1-5F60A2625D0E}" type="pres">
      <dgm:prSet presAssocID="{07023662-DB2E-4581-91CA-8A8F4CF2D73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Secure"/>
        </a:ext>
      </dgm:extLst>
    </dgm:pt>
    <dgm:pt modelId="{11E98799-13AE-442A-A173-199A7942C811}" type="pres">
      <dgm:prSet presAssocID="{07023662-DB2E-4581-91CA-8A8F4CF2D730}" presName="iconSpace" presStyleCnt="0"/>
      <dgm:spPr/>
    </dgm:pt>
    <dgm:pt modelId="{CA38E553-CE2B-44F5-822B-4507B031B74C}" type="pres">
      <dgm:prSet presAssocID="{07023662-DB2E-4581-91CA-8A8F4CF2D730}" presName="parTx" presStyleLbl="revTx" presStyleIdx="4" presStyleCnt="6">
        <dgm:presLayoutVars>
          <dgm:chMax val="0"/>
          <dgm:chPref val="0"/>
        </dgm:presLayoutVars>
      </dgm:prSet>
      <dgm:spPr/>
    </dgm:pt>
    <dgm:pt modelId="{10FD4296-B3C1-497E-BF91-E93AD16FCAA0}" type="pres">
      <dgm:prSet presAssocID="{07023662-DB2E-4581-91CA-8A8F4CF2D730}" presName="txSpace" presStyleCnt="0"/>
      <dgm:spPr/>
    </dgm:pt>
    <dgm:pt modelId="{83234996-BBC9-4555-8874-7BD012CEA028}" type="pres">
      <dgm:prSet presAssocID="{07023662-DB2E-4581-91CA-8A8F4CF2D730}" presName="desTx" presStyleLbl="revTx" presStyleIdx="5" presStyleCnt="6">
        <dgm:presLayoutVars/>
      </dgm:prSet>
      <dgm:spPr/>
    </dgm:pt>
  </dgm:ptLst>
  <dgm:cxnLst>
    <dgm:cxn modelId="{B211FF0A-FB6C-4DAB-B9C3-B331EFBF03B8}" srcId="{352FA384-A132-413C-A2BF-9DB75ACFB874}" destId="{07023662-DB2E-4581-91CA-8A8F4CF2D730}" srcOrd="2" destOrd="0" parTransId="{706E8F59-2B76-4B69-963F-8F2D5F8FB1EF}" sibTransId="{34BDD2F5-E3EC-4092-ADCB-42D69420B56D}"/>
    <dgm:cxn modelId="{6937E618-3B66-4ED9-809A-93453E8F9C65}" type="presOf" srcId="{0BDDAFE1-203E-41FB-8957-3D56D9577C18}" destId="{83234996-BBC9-4555-8874-7BD012CEA028}" srcOrd="0" destOrd="0" presId="urn:microsoft.com/office/officeart/2018/2/layout/IconLabelDescriptionList"/>
    <dgm:cxn modelId="{4701AC22-BD0C-49CB-831C-0C5A118468E9}" srcId="{CE299DCE-0BC5-491E-ADFB-4D56ED87BF66}" destId="{E588C555-D9D0-4C2C-A230-5E7D89A32732}" srcOrd="0" destOrd="0" parTransId="{29F46866-FBC5-4F5E-9F8D-27CF644C0407}" sibTransId="{711CB158-792D-405C-8F51-3803246D0129}"/>
    <dgm:cxn modelId="{54531A23-6BF6-4107-A9CA-8D5C4D2E54F8}" type="presOf" srcId="{41A7546D-E907-48A7-B6C2-67CB202A68C0}" destId="{D4050697-E578-4BE6-BFE9-E35C34442539}" srcOrd="0" destOrd="0" presId="urn:microsoft.com/office/officeart/2018/2/layout/IconLabelDescriptionList"/>
    <dgm:cxn modelId="{FA6FDC25-BCAC-433C-A5CB-D058ED07D334}" type="presOf" srcId="{6A81038B-9FAF-4C20-BF8C-EB8EDE6858AA}" destId="{6A01E7F6-E89B-4B00-A517-1B2EA5CD894F}" srcOrd="0" destOrd="0" presId="urn:microsoft.com/office/officeart/2018/2/layout/IconLabelDescriptionList"/>
    <dgm:cxn modelId="{A1DCC22A-3772-41E9-A38E-75562B9B1654}" type="presOf" srcId="{352FA384-A132-413C-A2BF-9DB75ACFB874}" destId="{109666C3-2DF4-4713-8C22-2B1A0B09ACAD}" srcOrd="0" destOrd="0" presId="urn:microsoft.com/office/officeart/2018/2/layout/IconLabelDescriptionList"/>
    <dgm:cxn modelId="{6C2D642D-50E9-404D-9752-BD47E5294612}" type="presOf" srcId="{E588C555-D9D0-4C2C-A230-5E7D89A32732}" destId="{BECEFBEB-08F8-4209-985E-945099EFC97C}" srcOrd="0" destOrd="0" presId="urn:microsoft.com/office/officeart/2018/2/layout/IconLabelDescriptionList"/>
    <dgm:cxn modelId="{BC5E6E39-FA81-4018-B787-16A007848FD0}" srcId="{352FA384-A132-413C-A2BF-9DB75ACFB874}" destId="{6A81038B-9FAF-4C20-BF8C-EB8EDE6858AA}" srcOrd="0" destOrd="0" parTransId="{4C2AC391-06C7-4325-B8F9-FE9E87ACB219}" sibTransId="{E3ECF6B8-1CAF-4253-AB1F-E946E4CF0BD6}"/>
    <dgm:cxn modelId="{9A1B654D-476A-430F-9DC9-A83CFF1BD9DB}" type="presOf" srcId="{CE299DCE-0BC5-491E-ADFB-4D56ED87BF66}" destId="{987056FC-74B9-4F8C-9D3D-1D6FCFAEFF29}" srcOrd="0" destOrd="0" presId="urn:microsoft.com/office/officeart/2018/2/layout/IconLabelDescriptionList"/>
    <dgm:cxn modelId="{E59B2B71-15F5-42AA-8176-FED7ACEDE586}" srcId="{6A81038B-9FAF-4C20-BF8C-EB8EDE6858AA}" destId="{41A7546D-E907-48A7-B6C2-67CB202A68C0}" srcOrd="0" destOrd="0" parTransId="{464961D5-834C-47FA-BEF0-2CF9718D08AC}" sibTransId="{D50BFFCA-A2DF-4CD3-A9E7-FF47ED79F0EC}"/>
    <dgm:cxn modelId="{CE32C79D-89BC-47FD-9F8D-19523FC96A71}" type="presOf" srcId="{07023662-DB2E-4581-91CA-8A8F4CF2D730}" destId="{CA38E553-CE2B-44F5-822B-4507B031B74C}" srcOrd="0" destOrd="0" presId="urn:microsoft.com/office/officeart/2018/2/layout/IconLabelDescriptionList"/>
    <dgm:cxn modelId="{1985C0A7-28B2-463E-8A99-2681924EA4EB}" srcId="{352FA384-A132-413C-A2BF-9DB75ACFB874}" destId="{CE299DCE-0BC5-491E-ADFB-4D56ED87BF66}" srcOrd="1" destOrd="0" parTransId="{4743CE9C-79E4-40C1-8065-3D0C29568D00}" sibTransId="{792C653B-F3C7-42DF-A7F2-D64D467475D4}"/>
    <dgm:cxn modelId="{8DDB2EE3-C1A2-4B97-ABB8-F1D04A41B1DB}" srcId="{07023662-DB2E-4581-91CA-8A8F4CF2D730}" destId="{0BDDAFE1-203E-41FB-8957-3D56D9577C18}" srcOrd="0" destOrd="0" parTransId="{2E62D798-780E-4E6E-B30A-84AF2F73AAF1}" sibTransId="{7D6A4751-4D1A-4115-8B39-968ABE26BCDD}"/>
    <dgm:cxn modelId="{E938597E-FB4E-4004-834A-96466805165F}" type="presParOf" srcId="{109666C3-2DF4-4713-8C22-2B1A0B09ACAD}" destId="{8E625B6E-8C65-4961-AACC-C623149E865E}" srcOrd="0" destOrd="0" presId="urn:microsoft.com/office/officeart/2018/2/layout/IconLabelDescriptionList"/>
    <dgm:cxn modelId="{570AFC38-CA7D-4497-9EAF-80B2A7953601}" type="presParOf" srcId="{8E625B6E-8C65-4961-AACC-C623149E865E}" destId="{1AA693A7-1943-4351-9FBF-D4332BBFB50B}" srcOrd="0" destOrd="0" presId="urn:microsoft.com/office/officeart/2018/2/layout/IconLabelDescriptionList"/>
    <dgm:cxn modelId="{BBAA6B8D-5994-46BA-A43F-211EAB177C69}" type="presParOf" srcId="{8E625B6E-8C65-4961-AACC-C623149E865E}" destId="{9501FF0D-1C3B-4F82-89B7-3E0749F035F3}" srcOrd="1" destOrd="0" presId="urn:microsoft.com/office/officeart/2018/2/layout/IconLabelDescriptionList"/>
    <dgm:cxn modelId="{C20CE81F-770F-40BE-BDA7-88FED4056979}" type="presParOf" srcId="{8E625B6E-8C65-4961-AACC-C623149E865E}" destId="{6A01E7F6-E89B-4B00-A517-1B2EA5CD894F}" srcOrd="2" destOrd="0" presId="urn:microsoft.com/office/officeart/2018/2/layout/IconLabelDescriptionList"/>
    <dgm:cxn modelId="{E67CED2B-B007-4E3F-9D06-529B8EE1AB25}" type="presParOf" srcId="{8E625B6E-8C65-4961-AACC-C623149E865E}" destId="{2D082FC9-691A-4FB3-BE6D-E75F65427487}" srcOrd="3" destOrd="0" presId="urn:microsoft.com/office/officeart/2018/2/layout/IconLabelDescriptionList"/>
    <dgm:cxn modelId="{E3433CA1-751D-41D1-99EB-05386257DE8C}" type="presParOf" srcId="{8E625B6E-8C65-4961-AACC-C623149E865E}" destId="{D4050697-E578-4BE6-BFE9-E35C34442539}" srcOrd="4" destOrd="0" presId="urn:microsoft.com/office/officeart/2018/2/layout/IconLabelDescriptionList"/>
    <dgm:cxn modelId="{573CFF53-043A-4D7C-BAF1-32D0E1550E05}" type="presParOf" srcId="{109666C3-2DF4-4713-8C22-2B1A0B09ACAD}" destId="{344FE66F-3498-4D11-B34D-6457F896A2CA}" srcOrd="1" destOrd="0" presId="urn:microsoft.com/office/officeart/2018/2/layout/IconLabelDescriptionList"/>
    <dgm:cxn modelId="{CFB30D94-110D-4F8A-9921-D29FBBAD1A5F}" type="presParOf" srcId="{109666C3-2DF4-4713-8C22-2B1A0B09ACAD}" destId="{267137BC-6F49-4D77-A6D1-5F7E98FD5B5C}" srcOrd="2" destOrd="0" presId="urn:microsoft.com/office/officeart/2018/2/layout/IconLabelDescriptionList"/>
    <dgm:cxn modelId="{B0379FFF-2C56-473A-9F81-57258C233E89}" type="presParOf" srcId="{267137BC-6F49-4D77-A6D1-5F7E98FD5B5C}" destId="{DDF4EE14-B901-4DCA-B679-0F04A3CF6C4A}" srcOrd="0" destOrd="0" presId="urn:microsoft.com/office/officeart/2018/2/layout/IconLabelDescriptionList"/>
    <dgm:cxn modelId="{DA29CAE9-624C-4159-9C7B-307322D3821B}" type="presParOf" srcId="{267137BC-6F49-4D77-A6D1-5F7E98FD5B5C}" destId="{C1631C87-8A5C-48C7-9CBC-57C2FBEA24F6}" srcOrd="1" destOrd="0" presId="urn:microsoft.com/office/officeart/2018/2/layout/IconLabelDescriptionList"/>
    <dgm:cxn modelId="{3312F99C-CA15-4EE1-897C-177B42FD1E93}" type="presParOf" srcId="{267137BC-6F49-4D77-A6D1-5F7E98FD5B5C}" destId="{987056FC-74B9-4F8C-9D3D-1D6FCFAEFF29}" srcOrd="2" destOrd="0" presId="urn:microsoft.com/office/officeart/2018/2/layout/IconLabelDescriptionList"/>
    <dgm:cxn modelId="{2C977F73-B034-4622-A5CB-FAC17872E027}" type="presParOf" srcId="{267137BC-6F49-4D77-A6D1-5F7E98FD5B5C}" destId="{5B635B55-DE74-4D49-8F9B-AF54E40D575C}" srcOrd="3" destOrd="0" presId="urn:microsoft.com/office/officeart/2018/2/layout/IconLabelDescriptionList"/>
    <dgm:cxn modelId="{38F38A06-A431-41B0-93C3-C0E585563572}" type="presParOf" srcId="{267137BC-6F49-4D77-A6D1-5F7E98FD5B5C}" destId="{BECEFBEB-08F8-4209-985E-945099EFC97C}" srcOrd="4" destOrd="0" presId="urn:microsoft.com/office/officeart/2018/2/layout/IconLabelDescriptionList"/>
    <dgm:cxn modelId="{F6056038-E8B8-46BF-B520-F0CA4A3D7D66}" type="presParOf" srcId="{109666C3-2DF4-4713-8C22-2B1A0B09ACAD}" destId="{743B8942-8E1C-41FF-80C3-638ABD6941E4}" srcOrd="3" destOrd="0" presId="urn:microsoft.com/office/officeart/2018/2/layout/IconLabelDescriptionList"/>
    <dgm:cxn modelId="{8980861C-EFD3-4206-8B57-525BA25F4944}" type="presParOf" srcId="{109666C3-2DF4-4713-8C22-2B1A0B09ACAD}" destId="{451F2F67-2C60-4E78-93BB-4D52DED6ED29}" srcOrd="4" destOrd="0" presId="urn:microsoft.com/office/officeart/2018/2/layout/IconLabelDescriptionList"/>
    <dgm:cxn modelId="{16856638-E202-432D-B96B-F0A6DCDEBE1F}" type="presParOf" srcId="{451F2F67-2C60-4E78-93BB-4D52DED6ED29}" destId="{C4CDE8BA-7CF8-4190-8AB1-5F60A2625D0E}" srcOrd="0" destOrd="0" presId="urn:microsoft.com/office/officeart/2018/2/layout/IconLabelDescriptionList"/>
    <dgm:cxn modelId="{F8714516-2616-4E2F-811A-8DD0AC6DD7DF}" type="presParOf" srcId="{451F2F67-2C60-4E78-93BB-4D52DED6ED29}" destId="{11E98799-13AE-442A-A173-199A7942C811}" srcOrd="1" destOrd="0" presId="urn:microsoft.com/office/officeart/2018/2/layout/IconLabelDescriptionList"/>
    <dgm:cxn modelId="{D08F576E-8721-4741-8E3E-C44126EB68F6}" type="presParOf" srcId="{451F2F67-2C60-4E78-93BB-4D52DED6ED29}" destId="{CA38E553-CE2B-44F5-822B-4507B031B74C}" srcOrd="2" destOrd="0" presId="urn:microsoft.com/office/officeart/2018/2/layout/IconLabelDescriptionList"/>
    <dgm:cxn modelId="{EA90CC81-3F59-4EA8-B63E-69C6C5AEF9A2}" type="presParOf" srcId="{451F2F67-2C60-4E78-93BB-4D52DED6ED29}" destId="{10FD4296-B3C1-497E-BF91-E93AD16FCAA0}" srcOrd="3" destOrd="0" presId="urn:microsoft.com/office/officeart/2018/2/layout/IconLabelDescriptionList"/>
    <dgm:cxn modelId="{08921DD7-D729-4F42-A547-15630A25B82B}" type="presParOf" srcId="{451F2F67-2C60-4E78-93BB-4D52DED6ED29}" destId="{83234996-BBC9-4555-8874-7BD012CEA028}"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E3202C-16E1-4CA9-92F0-26E7C222325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3384108-96CE-46BF-AE20-4B500D15C269}">
      <dgm:prSet/>
      <dgm:spPr/>
      <dgm:t>
        <a:bodyPr/>
        <a:lstStyle/>
        <a:p>
          <a:r>
            <a:rPr lang="en-US" dirty="0"/>
            <a:t>The Average # of employees in an organization that is a victim of ransomware is 71</a:t>
          </a:r>
          <a:r>
            <a:rPr lang="en-US" baseline="30000" dirty="0"/>
            <a:t>1</a:t>
          </a:r>
          <a:endParaRPr lang="en-US" dirty="0"/>
        </a:p>
      </dgm:t>
    </dgm:pt>
    <dgm:pt modelId="{A6633FB1-554E-482B-B522-D5269FC7A457}" type="parTrans" cxnId="{61322978-0496-4422-ABAD-37223919D5DC}">
      <dgm:prSet/>
      <dgm:spPr/>
      <dgm:t>
        <a:bodyPr/>
        <a:lstStyle/>
        <a:p>
          <a:endParaRPr lang="en-US"/>
        </a:p>
      </dgm:t>
    </dgm:pt>
    <dgm:pt modelId="{FA616D02-2FDC-4921-948C-359B631C4716}" type="sibTrans" cxnId="{61322978-0496-4422-ABAD-37223919D5DC}">
      <dgm:prSet/>
      <dgm:spPr/>
      <dgm:t>
        <a:bodyPr/>
        <a:lstStyle/>
        <a:p>
          <a:endParaRPr lang="en-US"/>
        </a:p>
      </dgm:t>
    </dgm:pt>
    <dgm:pt modelId="{BDAFABDD-E5C2-452E-8E62-A13622742B02}">
      <dgm:prSet/>
      <dgm:spPr/>
      <dgm:t>
        <a:bodyPr/>
        <a:lstStyle/>
        <a:p>
          <a:r>
            <a:rPr lang="en-US" dirty="0"/>
            <a:t>91% of attacks by sophisticated cybercriminals start through spear phishing emails</a:t>
          </a:r>
          <a:r>
            <a:rPr lang="en-US" baseline="30000" dirty="0"/>
            <a:t>2</a:t>
          </a:r>
          <a:endParaRPr lang="en-US" dirty="0"/>
        </a:p>
      </dgm:t>
    </dgm:pt>
    <dgm:pt modelId="{3E668808-741E-4B5B-BDC2-19DD48166BD9}" type="parTrans" cxnId="{F3BEF486-DFD6-4DB3-8426-76198969C968}">
      <dgm:prSet/>
      <dgm:spPr/>
      <dgm:t>
        <a:bodyPr/>
        <a:lstStyle/>
        <a:p>
          <a:endParaRPr lang="en-US"/>
        </a:p>
      </dgm:t>
    </dgm:pt>
    <dgm:pt modelId="{154E89F7-3A90-4E4B-B170-26FCA08AA707}" type="sibTrans" cxnId="{F3BEF486-DFD6-4DB3-8426-76198969C968}">
      <dgm:prSet/>
      <dgm:spPr/>
      <dgm:t>
        <a:bodyPr/>
        <a:lstStyle/>
        <a:p>
          <a:endParaRPr lang="en-US"/>
        </a:p>
      </dgm:t>
    </dgm:pt>
    <dgm:pt modelId="{92448D29-52CF-4AF5-8A21-A6B3900D920B}" type="pres">
      <dgm:prSet presAssocID="{2DE3202C-16E1-4CA9-92F0-26E7C2223255}" presName="root" presStyleCnt="0">
        <dgm:presLayoutVars>
          <dgm:dir/>
          <dgm:resizeHandles val="exact"/>
        </dgm:presLayoutVars>
      </dgm:prSet>
      <dgm:spPr/>
    </dgm:pt>
    <dgm:pt modelId="{2EC5CC54-44AC-463B-BB02-95F372CC9532}" type="pres">
      <dgm:prSet presAssocID="{F3384108-96CE-46BF-AE20-4B500D15C269}" presName="compNode" presStyleCnt="0"/>
      <dgm:spPr/>
    </dgm:pt>
    <dgm:pt modelId="{0E90A4DA-D386-4F43-B488-FE3A54A226E0}" type="pres">
      <dgm:prSet presAssocID="{F3384108-96CE-46BF-AE20-4B500D15C26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F20F4417-3987-4727-8B74-BDB234278F3A}" type="pres">
      <dgm:prSet presAssocID="{F3384108-96CE-46BF-AE20-4B500D15C269}" presName="spaceRect" presStyleCnt="0"/>
      <dgm:spPr/>
    </dgm:pt>
    <dgm:pt modelId="{76BE61B5-B01D-447E-8154-3BBDB2EF8237}" type="pres">
      <dgm:prSet presAssocID="{F3384108-96CE-46BF-AE20-4B500D15C269}" presName="textRect" presStyleLbl="revTx" presStyleIdx="0" presStyleCnt="2">
        <dgm:presLayoutVars>
          <dgm:chMax val="1"/>
          <dgm:chPref val="1"/>
        </dgm:presLayoutVars>
      </dgm:prSet>
      <dgm:spPr/>
    </dgm:pt>
    <dgm:pt modelId="{ACE6F57F-7348-4950-944E-663FCC426CD4}" type="pres">
      <dgm:prSet presAssocID="{FA616D02-2FDC-4921-948C-359B631C4716}" presName="sibTrans" presStyleCnt="0"/>
      <dgm:spPr/>
    </dgm:pt>
    <dgm:pt modelId="{DF2E6724-7BF8-4FFE-8E28-AF5AD72B9EA4}" type="pres">
      <dgm:prSet presAssocID="{BDAFABDD-E5C2-452E-8E62-A13622742B02}" presName="compNode" presStyleCnt="0"/>
      <dgm:spPr/>
    </dgm:pt>
    <dgm:pt modelId="{1CE7CAFA-B8D1-4CB2-975A-74AD34E901B8}" type="pres">
      <dgm:prSet presAssocID="{BDAFABDD-E5C2-452E-8E62-A13622742B0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Target"/>
        </a:ext>
      </dgm:extLst>
    </dgm:pt>
    <dgm:pt modelId="{B4AB7955-6D4A-4B60-A9D2-5361080A3ED4}" type="pres">
      <dgm:prSet presAssocID="{BDAFABDD-E5C2-452E-8E62-A13622742B02}" presName="spaceRect" presStyleCnt="0"/>
      <dgm:spPr/>
    </dgm:pt>
    <dgm:pt modelId="{54FB61DB-6990-49E7-970B-5C48F44E0B6C}" type="pres">
      <dgm:prSet presAssocID="{BDAFABDD-E5C2-452E-8E62-A13622742B02}" presName="textRect" presStyleLbl="revTx" presStyleIdx="1" presStyleCnt="2">
        <dgm:presLayoutVars>
          <dgm:chMax val="1"/>
          <dgm:chPref val="1"/>
        </dgm:presLayoutVars>
      </dgm:prSet>
      <dgm:spPr/>
    </dgm:pt>
  </dgm:ptLst>
  <dgm:cxnLst>
    <dgm:cxn modelId="{9A87E025-125A-4BFA-B9B7-EF3E27DBA9B3}" type="presOf" srcId="{2DE3202C-16E1-4CA9-92F0-26E7C2223255}" destId="{92448D29-52CF-4AF5-8A21-A6B3900D920B}" srcOrd="0" destOrd="0" presId="urn:microsoft.com/office/officeart/2018/2/layout/IconLabelList"/>
    <dgm:cxn modelId="{61322978-0496-4422-ABAD-37223919D5DC}" srcId="{2DE3202C-16E1-4CA9-92F0-26E7C2223255}" destId="{F3384108-96CE-46BF-AE20-4B500D15C269}" srcOrd="0" destOrd="0" parTransId="{A6633FB1-554E-482B-B522-D5269FC7A457}" sibTransId="{FA616D02-2FDC-4921-948C-359B631C4716}"/>
    <dgm:cxn modelId="{F3BEF486-DFD6-4DB3-8426-76198969C968}" srcId="{2DE3202C-16E1-4CA9-92F0-26E7C2223255}" destId="{BDAFABDD-E5C2-452E-8E62-A13622742B02}" srcOrd="1" destOrd="0" parTransId="{3E668808-741E-4B5B-BDC2-19DD48166BD9}" sibTransId="{154E89F7-3A90-4E4B-B170-26FCA08AA707}"/>
    <dgm:cxn modelId="{0A9376AA-1593-421C-BE91-38C4A2588C60}" type="presOf" srcId="{F3384108-96CE-46BF-AE20-4B500D15C269}" destId="{76BE61B5-B01D-447E-8154-3BBDB2EF8237}" srcOrd="0" destOrd="0" presId="urn:microsoft.com/office/officeart/2018/2/layout/IconLabelList"/>
    <dgm:cxn modelId="{E047A0B1-83E0-4337-AEAC-CB1A465C0519}" type="presOf" srcId="{BDAFABDD-E5C2-452E-8E62-A13622742B02}" destId="{54FB61DB-6990-49E7-970B-5C48F44E0B6C}" srcOrd="0" destOrd="0" presId="urn:microsoft.com/office/officeart/2018/2/layout/IconLabelList"/>
    <dgm:cxn modelId="{A3E99665-36AE-4319-B189-C28BBF118257}" type="presParOf" srcId="{92448D29-52CF-4AF5-8A21-A6B3900D920B}" destId="{2EC5CC54-44AC-463B-BB02-95F372CC9532}" srcOrd="0" destOrd="0" presId="urn:microsoft.com/office/officeart/2018/2/layout/IconLabelList"/>
    <dgm:cxn modelId="{CC05BE49-76DC-4F2D-8E30-6B20AD9AE4B8}" type="presParOf" srcId="{2EC5CC54-44AC-463B-BB02-95F372CC9532}" destId="{0E90A4DA-D386-4F43-B488-FE3A54A226E0}" srcOrd="0" destOrd="0" presId="urn:microsoft.com/office/officeart/2018/2/layout/IconLabelList"/>
    <dgm:cxn modelId="{FD7A6977-16D0-4F26-A07D-02F22A8D55CE}" type="presParOf" srcId="{2EC5CC54-44AC-463B-BB02-95F372CC9532}" destId="{F20F4417-3987-4727-8B74-BDB234278F3A}" srcOrd="1" destOrd="0" presId="urn:microsoft.com/office/officeart/2018/2/layout/IconLabelList"/>
    <dgm:cxn modelId="{94E1463A-17F1-402F-B448-8FA41AA3F97C}" type="presParOf" srcId="{2EC5CC54-44AC-463B-BB02-95F372CC9532}" destId="{76BE61B5-B01D-447E-8154-3BBDB2EF8237}" srcOrd="2" destOrd="0" presId="urn:microsoft.com/office/officeart/2018/2/layout/IconLabelList"/>
    <dgm:cxn modelId="{50862D55-8A5F-495B-982D-CFFFDB433D44}" type="presParOf" srcId="{92448D29-52CF-4AF5-8A21-A6B3900D920B}" destId="{ACE6F57F-7348-4950-944E-663FCC426CD4}" srcOrd="1" destOrd="0" presId="urn:microsoft.com/office/officeart/2018/2/layout/IconLabelList"/>
    <dgm:cxn modelId="{BB5484DC-65D8-4565-B499-0CF8045CDE60}" type="presParOf" srcId="{92448D29-52CF-4AF5-8A21-A6B3900D920B}" destId="{DF2E6724-7BF8-4FFE-8E28-AF5AD72B9EA4}" srcOrd="2" destOrd="0" presId="urn:microsoft.com/office/officeart/2018/2/layout/IconLabelList"/>
    <dgm:cxn modelId="{B33D127E-C6EE-4F50-A508-4AAEFC1B33C6}" type="presParOf" srcId="{DF2E6724-7BF8-4FFE-8E28-AF5AD72B9EA4}" destId="{1CE7CAFA-B8D1-4CB2-975A-74AD34E901B8}" srcOrd="0" destOrd="0" presId="urn:microsoft.com/office/officeart/2018/2/layout/IconLabelList"/>
    <dgm:cxn modelId="{445F1B04-5FFF-43B7-81E8-A53F7802619B}" type="presParOf" srcId="{DF2E6724-7BF8-4FFE-8E28-AF5AD72B9EA4}" destId="{B4AB7955-6D4A-4B60-A9D2-5361080A3ED4}" srcOrd="1" destOrd="0" presId="urn:microsoft.com/office/officeart/2018/2/layout/IconLabelList"/>
    <dgm:cxn modelId="{56E969FD-D13C-43F7-B990-0394BAE9285F}" type="presParOf" srcId="{DF2E6724-7BF8-4FFE-8E28-AF5AD72B9EA4}" destId="{54FB61DB-6990-49E7-970B-5C48F44E0B6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8ACDB9-323D-4A2B-B9C6-451990D9B06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735FE1F-93B2-4F3A-94C5-DE4145DAD4EA}">
      <dgm:prSet/>
      <dgm:spPr/>
      <dgm:t>
        <a:bodyPr/>
        <a:lstStyle/>
        <a:p>
          <a:pPr>
            <a:lnSpc>
              <a:spcPct val="100000"/>
            </a:lnSpc>
            <a:defRPr cap="all"/>
          </a:pPr>
          <a:r>
            <a:rPr lang="en-US"/>
            <a:t>Average total Cost of a Data Breach $3.86Million</a:t>
          </a:r>
          <a:r>
            <a:rPr lang="en-US" baseline="30000"/>
            <a:t>1</a:t>
          </a:r>
          <a:endParaRPr lang="en-US"/>
        </a:p>
      </dgm:t>
    </dgm:pt>
    <dgm:pt modelId="{01005423-2692-4089-A138-D43475A98A48}" type="parTrans" cxnId="{B117D55C-F479-4045-A15F-8F41202CF822}">
      <dgm:prSet/>
      <dgm:spPr/>
      <dgm:t>
        <a:bodyPr/>
        <a:lstStyle/>
        <a:p>
          <a:endParaRPr lang="en-US"/>
        </a:p>
      </dgm:t>
    </dgm:pt>
    <dgm:pt modelId="{930BF780-54E9-4D84-ADDB-249ADA0F1E48}" type="sibTrans" cxnId="{B117D55C-F479-4045-A15F-8F41202CF822}">
      <dgm:prSet/>
      <dgm:spPr/>
      <dgm:t>
        <a:bodyPr/>
        <a:lstStyle/>
        <a:p>
          <a:endParaRPr lang="en-US"/>
        </a:p>
      </dgm:t>
    </dgm:pt>
    <dgm:pt modelId="{13B8CC31-6034-482E-B2DB-25D461A6469A}">
      <dgm:prSet/>
      <dgm:spPr/>
      <dgm:t>
        <a:bodyPr/>
        <a:lstStyle/>
        <a:p>
          <a:pPr>
            <a:lnSpc>
              <a:spcPct val="100000"/>
            </a:lnSpc>
            <a:defRPr cap="all"/>
          </a:pPr>
          <a:r>
            <a:rPr lang="en-US"/>
            <a:t>Likelihood of a recurring Data Breach over the next two years 27.9% </a:t>
          </a:r>
          <a:r>
            <a:rPr lang="en-US" baseline="30000"/>
            <a:t>1</a:t>
          </a:r>
          <a:endParaRPr lang="en-US" dirty="0"/>
        </a:p>
      </dgm:t>
    </dgm:pt>
    <dgm:pt modelId="{47125691-31F1-4E58-A360-F5F895A45EEC}" type="parTrans" cxnId="{989C5CD2-3F52-4695-83CC-FF1C3E01488F}">
      <dgm:prSet/>
      <dgm:spPr/>
      <dgm:t>
        <a:bodyPr/>
        <a:lstStyle/>
        <a:p>
          <a:endParaRPr lang="en-US"/>
        </a:p>
      </dgm:t>
    </dgm:pt>
    <dgm:pt modelId="{3DF5DF9C-B301-46AF-808D-1372028B35F1}" type="sibTrans" cxnId="{989C5CD2-3F52-4695-83CC-FF1C3E01488F}">
      <dgm:prSet/>
      <dgm:spPr/>
      <dgm:t>
        <a:bodyPr/>
        <a:lstStyle/>
        <a:p>
          <a:endParaRPr lang="en-US"/>
        </a:p>
      </dgm:t>
    </dgm:pt>
    <dgm:pt modelId="{91499408-1343-4385-BB5A-F75D384A504A}">
      <dgm:prSet/>
      <dgm:spPr/>
      <dgm:t>
        <a:bodyPr/>
        <a:lstStyle/>
        <a:p>
          <a:pPr>
            <a:lnSpc>
              <a:spcPct val="100000"/>
            </a:lnSpc>
            <a:defRPr cap="all"/>
          </a:pPr>
          <a:r>
            <a:rPr lang="en-US"/>
            <a:t>Average Cost of Ransomware in a 2017 Study was $133,000</a:t>
          </a:r>
          <a:r>
            <a:rPr lang="en-US" baseline="30000"/>
            <a:t>2</a:t>
          </a:r>
          <a:endParaRPr lang="en-US" dirty="0"/>
        </a:p>
      </dgm:t>
    </dgm:pt>
    <dgm:pt modelId="{887BDD74-4702-4B25-91C8-8FAE57A1F6B0}" type="parTrans" cxnId="{3004537A-669F-42AD-B70A-75740C7B372F}">
      <dgm:prSet/>
      <dgm:spPr/>
      <dgm:t>
        <a:bodyPr/>
        <a:lstStyle/>
        <a:p>
          <a:endParaRPr lang="en-US"/>
        </a:p>
      </dgm:t>
    </dgm:pt>
    <dgm:pt modelId="{0073594D-C2F7-4907-A06B-57E827016126}" type="sibTrans" cxnId="{3004537A-669F-42AD-B70A-75740C7B372F}">
      <dgm:prSet/>
      <dgm:spPr/>
      <dgm:t>
        <a:bodyPr/>
        <a:lstStyle/>
        <a:p>
          <a:endParaRPr lang="en-US"/>
        </a:p>
      </dgm:t>
    </dgm:pt>
    <dgm:pt modelId="{F8BA107B-19BC-42D7-9030-75023517CAEF}" type="pres">
      <dgm:prSet presAssocID="{208ACDB9-323D-4A2B-B9C6-451990D9B06B}" presName="root" presStyleCnt="0">
        <dgm:presLayoutVars>
          <dgm:dir/>
          <dgm:resizeHandles val="exact"/>
        </dgm:presLayoutVars>
      </dgm:prSet>
      <dgm:spPr/>
    </dgm:pt>
    <dgm:pt modelId="{FA426D50-E813-451F-9762-B29A2988EEE1}" type="pres">
      <dgm:prSet presAssocID="{1735FE1F-93B2-4F3A-94C5-DE4145DAD4EA}" presName="compNode" presStyleCnt="0"/>
      <dgm:spPr/>
    </dgm:pt>
    <dgm:pt modelId="{A009385E-B4CE-4EBC-8CF0-158E31D570B6}" type="pres">
      <dgm:prSet presAssocID="{1735FE1F-93B2-4F3A-94C5-DE4145DAD4EA}" presName="iconBgRect" presStyleLbl="bgShp" presStyleIdx="0" presStyleCnt="3"/>
      <dgm:spPr>
        <a:prstGeom prst="round2DiagRect">
          <a:avLst>
            <a:gd name="adj1" fmla="val 29727"/>
            <a:gd name="adj2" fmla="val 0"/>
          </a:avLst>
        </a:prstGeom>
      </dgm:spPr>
    </dgm:pt>
    <dgm:pt modelId="{D6E1F6FF-A019-4C4E-AA13-518313E11D25}" type="pres">
      <dgm:prSet presAssocID="{1735FE1F-93B2-4F3A-94C5-DE4145DAD4E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FE4EE60E-37A3-4ED3-BDCD-8C1594648868}" type="pres">
      <dgm:prSet presAssocID="{1735FE1F-93B2-4F3A-94C5-DE4145DAD4EA}" presName="spaceRect" presStyleCnt="0"/>
      <dgm:spPr/>
    </dgm:pt>
    <dgm:pt modelId="{956D7345-46E3-4398-9ABE-0108DAC1AC53}" type="pres">
      <dgm:prSet presAssocID="{1735FE1F-93B2-4F3A-94C5-DE4145DAD4EA}" presName="textRect" presStyleLbl="revTx" presStyleIdx="0" presStyleCnt="3">
        <dgm:presLayoutVars>
          <dgm:chMax val="1"/>
          <dgm:chPref val="1"/>
        </dgm:presLayoutVars>
      </dgm:prSet>
      <dgm:spPr/>
    </dgm:pt>
    <dgm:pt modelId="{43666C88-A96B-4ED6-8BAF-71DA1A03B2B1}" type="pres">
      <dgm:prSet presAssocID="{930BF780-54E9-4D84-ADDB-249ADA0F1E48}" presName="sibTrans" presStyleCnt="0"/>
      <dgm:spPr/>
    </dgm:pt>
    <dgm:pt modelId="{91B5E13B-D9B0-4321-8E3D-BA6DA88DEE42}" type="pres">
      <dgm:prSet presAssocID="{13B8CC31-6034-482E-B2DB-25D461A6469A}" presName="compNode" presStyleCnt="0"/>
      <dgm:spPr/>
    </dgm:pt>
    <dgm:pt modelId="{1F0BC27C-5A2C-4E1B-B464-4A66626DBE8D}" type="pres">
      <dgm:prSet presAssocID="{13B8CC31-6034-482E-B2DB-25D461A6469A}" presName="iconBgRect" presStyleLbl="bgShp" presStyleIdx="1" presStyleCnt="3"/>
      <dgm:spPr>
        <a:prstGeom prst="round2DiagRect">
          <a:avLst>
            <a:gd name="adj1" fmla="val 29727"/>
            <a:gd name="adj2" fmla="val 0"/>
          </a:avLst>
        </a:prstGeom>
      </dgm:spPr>
    </dgm:pt>
    <dgm:pt modelId="{9411ED78-7F11-4317-86F9-70F292A47A0B}" type="pres">
      <dgm:prSet presAssocID="{13B8CC31-6034-482E-B2DB-25D461A6469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DF0E49F7-C1D4-4146-A39C-D3A63EE1420C}" type="pres">
      <dgm:prSet presAssocID="{13B8CC31-6034-482E-B2DB-25D461A6469A}" presName="spaceRect" presStyleCnt="0"/>
      <dgm:spPr/>
    </dgm:pt>
    <dgm:pt modelId="{7C2234BB-5195-4C8C-896A-B0F6B2B47E44}" type="pres">
      <dgm:prSet presAssocID="{13B8CC31-6034-482E-B2DB-25D461A6469A}" presName="textRect" presStyleLbl="revTx" presStyleIdx="1" presStyleCnt="3">
        <dgm:presLayoutVars>
          <dgm:chMax val="1"/>
          <dgm:chPref val="1"/>
        </dgm:presLayoutVars>
      </dgm:prSet>
      <dgm:spPr/>
    </dgm:pt>
    <dgm:pt modelId="{21389266-83C6-4E85-BF85-98A20CDA9B80}" type="pres">
      <dgm:prSet presAssocID="{3DF5DF9C-B301-46AF-808D-1372028B35F1}" presName="sibTrans" presStyleCnt="0"/>
      <dgm:spPr/>
    </dgm:pt>
    <dgm:pt modelId="{BE9EB299-BD45-4084-8B47-A073743C20C1}" type="pres">
      <dgm:prSet presAssocID="{91499408-1343-4385-BB5A-F75D384A504A}" presName="compNode" presStyleCnt="0"/>
      <dgm:spPr/>
    </dgm:pt>
    <dgm:pt modelId="{02E2DDB0-8F74-4837-BA05-EBB8969A6377}" type="pres">
      <dgm:prSet presAssocID="{91499408-1343-4385-BB5A-F75D384A504A}" presName="iconBgRect" presStyleLbl="bgShp" presStyleIdx="2" presStyleCnt="3"/>
      <dgm:spPr>
        <a:prstGeom prst="round2DiagRect">
          <a:avLst>
            <a:gd name="adj1" fmla="val 29727"/>
            <a:gd name="adj2" fmla="val 0"/>
          </a:avLst>
        </a:prstGeom>
      </dgm:spPr>
    </dgm:pt>
    <dgm:pt modelId="{1A387F5F-0F75-4C2E-9DD5-122739734917}" type="pres">
      <dgm:prSet presAssocID="{91499408-1343-4385-BB5A-F75D384A50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itcoin"/>
        </a:ext>
      </dgm:extLst>
    </dgm:pt>
    <dgm:pt modelId="{5CE10073-7279-4E17-9BD7-9E866F36B497}" type="pres">
      <dgm:prSet presAssocID="{91499408-1343-4385-BB5A-F75D384A504A}" presName="spaceRect" presStyleCnt="0"/>
      <dgm:spPr/>
    </dgm:pt>
    <dgm:pt modelId="{AD5A29ED-6884-4A69-B0FA-019D2497A838}" type="pres">
      <dgm:prSet presAssocID="{91499408-1343-4385-BB5A-F75D384A504A}" presName="textRect" presStyleLbl="revTx" presStyleIdx="2" presStyleCnt="3">
        <dgm:presLayoutVars>
          <dgm:chMax val="1"/>
          <dgm:chPref val="1"/>
        </dgm:presLayoutVars>
      </dgm:prSet>
      <dgm:spPr/>
    </dgm:pt>
  </dgm:ptLst>
  <dgm:cxnLst>
    <dgm:cxn modelId="{B117D55C-F479-4045-A15F-8F41202CF822}" srcId="{208ACDB9-323D-4A2B-B9C6-451990D9B06B}" destId="{1735FE1F-93B2-4F3A-94C5-DE4145DAD4EA}" srcOrd="0" destOrd="0" parTransId="{01005423-2692-4089-A138-D43475A98A48}" sibTransId="{930BF780-54E9-4D84-ADDB-249ADA0F1E48}"/>
    <dgm:cxn modelId="{1E660349-E7BB-46AC-A957-0351BCDC274B}" type="presOf" srcId="{1735FE1F-93B2-4F3A-94C5-DE4145DAD4EA}" destId="{956D7345-46E3-4398-9ABE-0108DAC1AC53}" srcOrd="0" destOrd="0" presId="urn:microsoft.com/office/officeart/2018/5/layout/IconLeafLabelList"/>
    <dgm:cxn modelId="{3004537A-669F-42AD-B70A-75740C7B372F}" srcId="{208ACDB9-323D-4A2B-B9C6-451990D9B06B}" destId="{91499408-1343-4385-BB5A-F75D384A504A}" srcOrd="2" destOrd="0" parTransId="{887BDD74-4702-4B25-91C8-8FAE57A1F6B0}" sibTransId="{0073594D-C2F7-4907-A06B-57E827016126}"/>
    <dgm:cxn modelId="{E9252F81-BA97-499D-9202-7C7E1758C71A}" type="presOf" srcId="{13B8CC31-6034-482E-B2DB-25D461A6469A}" destId="{7C2234BB-5195-4C8C-896A-B0F6B2B47E44}" srcOrd="0" destOrd="0" presId="urn:microsoft.com/office/officeart/2018/5/layout/IconLeafLabelList"/>
    <dgm:cxn modelId="{D241B5A7-9A82-44FF-AE54-C2BA4820489A}" type="presOf" srcId="{91499408-1343-4385-BB5A-F75D384A504A}" destId="{AD5A29ED-6884-4A69-B0FA-019D2497A838}" srcOrd="0" destOrd="0" presId="urn:microsoft.com/office/officeart/2018/5/layout/IconLeafLabelList"/>
    <dgm:cxn modelId="{989C5CD2-3F52-4695-83CC-FF1C3E01488F}" srcId="{208ACDB9-323D-4A2B-B9C6-451990D9B06B}" destId="{13B8CC31-6034-482E-B2DB-25D461A6469A}" srcOrd="1" destOrd="0" parTransId="{47125691-31F1-4E58-A360-F5F895A45EEC}" sibTransId="{3DF5DF9C-B301-46AF-808D-1372028B35F1}"/>
    <dgm:cxn modelId="{CD7C07F4-5643-42C4-AEFC-24DF2C46E45D}" type="presOf" srcId="{208ACDB9-323D-4A2B-B9C6-451990D9B06B}" destId="{F8BA107B-19BC-42D7-9030-75023517CAEF}" srcOrd="0" destOrd="0" presId="urn:microsoft.com/office/officeart/2018/5/layout/IconLeafLabelList"/>
    <dgm:cxn modelId="{9D9D6926-90D9-4E19-8FBE-F4BD3007C899}" type="presParOf" srcId="{F8BA107B-19BC-42D7-9030-75023517CAEF}" destId="{FA426D50-E813-451F-9762-B29A2988EEE1}" srcOrd="0" destOrd="0" presId="urn:microsoft.com/office/officeart/2018/5/layout/IconLeafLabelList"/>
    <dgm:cxn modelId="{C05A8609-E0D0-4397-BF65-A802CCD3438D}" type="presParOf" srcId="{FA426D50-E813-451F-9762-B29A2988EEE1}" destId="{A009385E-B4CE-4EBC-8CF0-158E31D570B6}" srcOrd="0" destOrd="0" presId="urn:microsoft.com/office/officeart/2018/5/layout/IconLeafLabelList"/>
    <dgm:cxn modelId="{E31405C8-8A5F-4671-A276-2D093D55BC86}" type="presParOf" srcId="{FA426D50-E813-451F-9762-B29A2988EEE1}" destId="{D6E1F6FF-A019-4C4E-AA13-518313E11D25}" srcOrd="1" destOrd="0" presId="urn:microsoft.com/office/officeart/2018/5/layout/IconLeafLabelList"/>
    <dgm:cxn modelId="{D31788BF-BEFF-4DC8-A936-1742C2AB195A}" type="presParOf" srcId="{FA426D50-E813-451F-9762-B29A2988EEE1}" destId="{FE4EE60E-37A3-4ED3-BDCD-8C1594648868}" srcOrd="2" destOrd="0" presId="urn:microsoft.com/office/officeart/2018/5/layout/IconLeafLabelList"/>
    <dgm:cxn modelId="{55EDBA69-09AD-49FC-B27F-F6093DA4646B}" type="presParOf" srcId="{FA426D50-E813-451F-9762-B29A2988EEE1}" destId="{956D7345-46E3-4398-9ABE-0108DAC1AC53}" srcOrd="3" destOrd="0" presId="urn:microsoft.com/office/officeart/2018/5/layout/IconLeafLabelList"/>
    <dgm:cxn modelId="{28CA8DB4-F106-408B-A8AF-27FE286668B8}" type="presParOf" srcId="{F8BA107B-19BC-42D7-9030-75023517CAEF}" destId="{43666C88-A96B-4ED6-8BAF-71DA1A03B2B1}" srcOrd="1" destOrd="0" presId="urn:microsoft.com/office/officeart/2018/5/layout/IconLeafLabelList"/>
    <dgm:cxn modelId="{6A901AF3-C60E-4F10-93EB-830C108F2DC2}" type="presParOf" srcId="{F8BA107B-19BC-42D7-9030-75023517CAEF}" destId="{91B5E13B-D9B0-4321-8E3D-BA6DA88DEE42}" srcOrd="2" destOrd="0" presId="urn:microsoft.com/office/officeart/2018/5/layout/IconLeafLabelList"/>
    <dgm:cxn modelId="{B2AAA864-E984-43C0-9833-6B3F052F0B5C}" type="presParOf" srcId="{91B5E13B-D9B0-4321-8E3D-BA6DA88DEE42}" destId="{1F0BC27C-5A2C-4E1B-B464-4A66626DBE8D}" srcOrd="0" destOrd="0" presId="urn:microsoft.com/office/officeart/2018/5/layout/IconLeafLabelList"/>
    <dgm:cxn modelId="{B8F19889-8DB6-4F25-8861-06ABB351FADA}" type="presParOf" srcId="{91B5E13B-D9B0-4321-8E3D-BA6DA88DEE42}" destId="{9411ED78-7F11-4317-86F9-70F292A47A0B}" srcOrd="1" destOrd="0" presId="urn:microsoft.com/office/officeart/2018/5/layout/IconLeafLabelList"/>
    <dgm:cxn modelId="{AEBD9F72-DAB8-4612-BE89-248ACD195412}" type="presParOf" srcId="{91B5E13B-D9B0-4321-8E3D-BA6DA88DEE42}" destId="{DF0E49F7-C1D4-4146-A39C-D3A63EE1420C}" srcOrd="2" destOrd="0" presId="urn:microsoft.com/office/officeart/2018/5/layout/IconLeafLabelList"/>
    <dgm:cxn modelId="{300C3327-00F0-4CF4-9B1D-7D05C1318409}" type="presParOf" srcId="{91B5E13B-D9B0-4321-8E3D-BA6DA88DEE42}" destId="{7C2234BB-5195-4C8C-896A-B0F6B2B47E44}" srcOrd="3" destOrd="0" presId="urn:microsoft.com/office/officeart/2018/5/layout/IconLeafLabelList"/>
    <dgm:cxn modelId="{0A44E080-D7F1-4489-8A7C-9ABD58865CCF}" type="presParOf" srcId="{F8BA107B-19BC-42D7-9030-75023517CAEF}" destId="{21389266-83C6-4E85-BF85-98A20CDA9B80}" srcOrd="3" destOrd="0" presId="urn:microsoft.com/office/officeart/2018/5/layout/IconLeafLabelList"/>
    <dgm:cxn modelId="{8B8B8EB8-B8B7-42F7-A105-5F38DD4D26D2}" type="presParOf" srcId="{F8BA107B-19BC-42D7-9030-75023517CAEF}" destId="{BE9EB299-BD45-4084-8B47-A073743C20C1}" srcOrd="4" destOrd="0" presId="urn:microsoft.com/office/officeart/2018/5/layout/IconLeafLabelList"/>
    <dgm:cxn modelId="{F6B3CC9D-D9F2-4BEF-8A09-78FDAE10D2F7}" type="presParOf" srcId="{BE9EB299-BD45-4084-8B47-A073743C20C1}" destId="{02E2DDB0-8F74-4837-BA05-EBB8969A6377}" srcOrd="0" destOrd="0" presId="urn:microsoft.com/office/officeart/2018/5/layout/IconLeafLabelList"/>
    <dgm:cxn modelId="{124A2B05-681F-4B3E-9D0A-2C3ECFE0E78C}" type="presParOf" srcId="{BE9EB299-BD45-4084-8B47-A073743C20C1}" destId="{1A387F5F-0F75-4C2E-9DD5-122739734917}" srcOrd="1" destOrd="0" presId="urn:microsoft.com/office/officeart/2018/5/layout/IconLeafLabelList"/>
    <dgm:cxn modelId="{52441677-CDC1-4FC0-A797-8C9DFA680C60}" type="presParOf" srcId="{BE9EB299-BD45-4084-8B47-A073743C20C1}" destId="{5CE10073-7279-4E17-9BD7-9E866F36B497}" srcOrd="2" destOrd="0" presId="urn:microsoft.com/office/officeart/2018/5/layout/IconLeafLabelList"/>
    <dgm:cxn modelId="{07A6F885-F948-4AF6-A668-E45492CBC0E2}" type="presParOf" srcId="{BE9EB299-BD45-4084-8B47-A073743C20C1}" destId="{AD5A29ED-6884-4A69-B0FA-019D2497A838}"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7C788C-99FA-4FA8-B03D-8ACFDA8357B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8FAC300-03BB-4E97-BEF8-AD5F96940063}">
      <dgm:prSet/>
      <dgm:spPr>
        <a:xfrm>
          <a:off x="427181" y="1200128"/>
          <a:ext cx="1497656" cy="599062"/>
        </a:xfrm>
        <a:prstGeom prst="rect">
          <a:avLst/>
        </a:prstGeom>
        <a:noFill/>
        <a:ln>
          <a:noFill/>
        </a:ln>
        <a:effectLst/>
      </dgm:spPr>
      <dgm:t>
        <a:bodyPr/>
        <a:lstStyle/>
        <a:p>
          <a:pPr>
            <a:lnSpc>
              <a:spcPct val="100000"/>
            </a:lnSpc>
            <a:defRPr cap="all"/>
          </a:pPr>
          <a:r>
            <a:rPr lang="en-US" cap="all" dirty="0">
              <a:solidFill>
                <a:schemeClr val="tx1"/>
              </a:solidFill>
              <a:latin typeface="Calibri" panose="020F0502020204030204"/>
              <a:ea typeface="+mn-ea"/>
              <a:cs typeface="+mn-cs"/>
            </a:rPr>
            <a:t>Don’t send account credentials over email</a:t>
          </a:r>
        </a:p>
      </dgm:t>
    </dgm:pt>
    <dgm:pt modelId="{D6601AD5-0E9B-476A-B646-7481D51347DE}" type="parTrans" cxnId="{E500542A-9536-4525-861A-2F899834CF24}">
      <dgm:prSet/>
      <dgm:spPr/>
      <dgm:t>
        <a:bodyPr/>
        <a:lstStyle/>
        <a:p>
          <a:endParaRPr lang="en-US"/>
        </a:p>
      </dgm:t>
    </dgm:pt>
    <dgm:pt modelId="{4745EF7A-30E8-4315-B2C1-B5DA5AB5CDA0}" type="sibTrans" cxnId="{E500542A-9536-4525-861A-2F899834CF24}">
      <dgm:prSet/>
      <dgm:spPr/>
      <dgm:t>
        <a:bodyPr/>
        <a:lstStyle/>
        <a:p>
          <a:endParaRPr lang="en-US"/>
        </a:p>
      </dgm:t>
    </dgm:pt>
    <dgm:pt modelId="{43A12B50-204C-4F56-A29E-0678E618F11E}">
      <dgm:prSet/>
      <dgm:spPr>
        <a:xfrm>
          <a:off x="2186927" y="1200128"/>
          <a:ext cx="1497656" cy="599062"/>
        </a:xfrm>
        <a:prstGeom prst="rect">
          <a:avLst/>
        </a:prstGeom>
        <a:noFill/>
        <a:ln>
          <a:noFill/>
        </a:ln>
        <a:effectLst/>
      </dgm:spPr>
      <dgm:t>
        <a:bodyPr/>
        <a:lstStyle/>
        <a:p>
          <a:pPr>
            <a:lnSpc>
              <a:spcPct val="100000"/>
            </a:lnSpc>
            <a:defRPr cap="all"/>
          </a:pPr>
          <a:r>
            <a:rPr lang="en-US" cap="all" dirty="0">
              <a:solidFill>
                <a:schemeClr val="tx1"/>
              </a:solidFill>
              <a:latin typeface="Calibri" panose="020F0502020204030204"/>
              <a:ea typeface="+mn-ea"/>
              <a:cs typeface="+mn-cs"/>
            </a:rPr>
            <a:t>Pay close attention to all emails</a:t>
          </a:r>
        </a:p>
      </dgm:t>
    </dgm:pt>
    <dgm:pt modelId="{0E72FDB4-C0D8-40AD-9455-C555DE9B2249}" type="parTrans" cxnId="{5804F5B1-88BD-4324-9A9B-808B097C4D7C}">
      <dgm:prSet/>
      <dgm:spPr/>
      <dgm:t>
        <a:bodyPr/>
        <a:lstStyle/>
        <a:p>
          <a:endParaRPr lang="en-US"/>
        </a:p>
      </dgm:t>
    </dgm:pt>
    <dgm:pt modelId="{1DEB2BCB-7FAF-44F4-8B78-9E9968898A97}" type="sibTrans" cxnId="{5804F5B1-88BD-4324-9A9B-808B097C4D7C}">
      <dgm:prSet/>
      <dgm:spPr/>
      <dgm:t>
        <a:bodyPr/>
        <a:lstStyle/>
        <a:p>
          <a:endParaRPr lang="en-US"/>
        </a:p>
      </dgm:t>
    </dgm:pt>
    <dgm:pt modelId="{B341E51E-5F16-40E0-B2FC-A23CF06AB6C2}">
      <dgm:prSet/>
      <dgm:spPr>
        <a:xfrm>
          <a:off x="3946673" y="1200128"/>
          <a:ext cx="1497656" cy="599062"/>
        </a:xfrm>
        <a:prstGeom prst="rect">
          <a:avLst/>
        </a:prstGeom>
        <a:noFill/>
        <a:ln>
          <a:noFill/>
        </a:ln>
        <a:effectLst/>
      </dgm:spPr>
      <dgm:t>
        <a:bodyPr/>
        <a:lstStyle/>
        <a:p>
          <a:pPr>
            <a:lnSpc>
              <a:spcPct val="100000"/>
            </a:lnSpc>
            <a:defRPr cap="all"/>
          </a:pPr>
          <a:r>
            <a:rPr lang="en-US" cap="all" dirty="0">
              <a:solidFill>
                <a:schemeClr val="tx1"/>
              </a:solidFill>
              <a:latin typeface="Calibri" panose="020F0502020204030204"/>
              <a:ea typeface="+mn-ea"/>
              <a:cs typeface="+mn-cs"/>
            </a:rPr>
            <a:t>Verify the Identity of the sender</a:t>
          </a:r>
        </a:p>
      </dgm:t>
    </dgm:pt>
    <dgm:pt modelId="{C8B42831-827C-4B01-B21B-696C10DED90C}" type="parTrans" cxnId="{C007E680-5069-404E-BEDA-4B02D9E5601F}">
      <dgm:prSet/>
      <dgm:spPr/>
      <dgm:t>
        <a:bodyPr/>
        <a:lstStyle/>
        <a:p>
          <a:endParaRPr lang="en-US"/>
        </a:p>
      </dgm:t>
    </dgm:pt>
    <dgm:pt modelId="{4E4F5C35-8DE6-4C5A-B08F-DAB11C5DA092}" type="sibTrans" cxnId="{C007E680-5069-404E-BEDA-4B02D9E5601F}">
      <dgm:prSet/>
      <dgm:spPr/>
      <dgm:t>
        <a:bodyPr/>
        <a:lstStyle/>
        <a:p>
          <a:endParaRPr lang="en-US"/>
        </a:p>
      </dgm:t>
    </dgm:pt>
    <dgm:pt modelId="{3F043858-A55D-47EB-9189-91A8023D422E}">
      <dgm:prSet custT="1"/>
      <dgm:spPr>
        <a:xfrm>
          <a:off x="427181" y="3462576"/>
          <a:ext cx="1497656" cy="599062"/>
        </a:xfrm>
        <a:prstGeom prst="rect">
          <a:avLst/>
        </a:prstGeom>
        <a:noFill/>
        <a:ln>
          <a:noFill/>
        </a:ln>
        <a:effectLst/>
      </dgm:spPr>
      <dgm:t>
        <a:bodyPr/>
        <a:lstStyle/>
        <a:p>
          <a:pPr>
            <a:lnSpc>
              <a:spcPct val="100000"/>
            </a:lnSpc>
            <a:defRPr cap="all"/>
          </a:pPr>
          <a:r>
            <a:rPr lang="en-US" sz="1400" b="1" cap="all" dirty="0">
              <a:solidFill>
                <a:schemeClr val="tx1"/>
              </a:solidFill>
              <a:latin typeface="Calibri" panose="020F0502020204030204"/>
              <a:ea typeface="+mn-ea"/>
              <a:cs typeface="+mn-cs"/>
            </a:rPr>
            <a:t>NEVER</a:t>
          </a:r>
          <a:r>
            <a:rPr lang="en-US" sz="1300" cap="all" dirty="0">
              <a:solidFill>
                <a:schemeClr val="tx1"/>
              </a:solidFill>
              <a:latin typeface="Calibri" panose="020F0502020204030204"/>
              <a:ea typeface="+mn-ea"/>
              <a:cs typeface="+mn-cs"/>
            </a:rPr>
            <a:t> download unexpected attachments</a:t>
          </a:r>
        </a:p>
      </dgm:t>
    </dgm:pt>
    <dgm:pt modelId="{E2134AB4-63BC-424B-8C68-BE82C19B3995}" type="parTrans" cxnId="{A827E04A-5A7D-47E0-8106-588571749D7A}">
      <dgm:prSet/>
      <dgm:spPr/>
      <dgm:t>
        <a:bodyPr/>
        <a:lstStyle/>
        <a:p>
          <a:endParaRPr lang="en-US"/>
        </a:p>
      </dgm:t>
    </dgm:pt>
    <dgm:pt modelId="{D41ED85B-19BB-4F54-90A6-C8A7B4A535A4}" type="sibTrans" cxnId="{A827E04A-5A7D-47E0-8106-588571749D7A}">
      <dgm:prSet/>
      <dgm:spPr/>
      <dgm:t>
        <a:bodyPr/>
        <a:lstStyle/>
        <a:p>
          <a:endParaRPr lang="en-US"/>
        </a:p>
      </dgm:t>
    </dgm:pt>
    <dgm:pt modelId="{9367ED00-6C2F-4D3A-BC2E-F8C9EAA67B34}">
      <dgm:prSet/>
      <dgm:spPr>
        <a:xfrm>
          <a:off x="2186927" y="3462576"/>
          <a:ext cx="1497656" cy="599062"/>
        </a:xfrm>
        <a:prstGeom prst="rect">
          <a:avLst/>
        </a:prstGeom>
        <a:noFill/>
        <a:ln>
          <a:noFill/>
        </a:ln>
        <a:effectLst/>
      </dgm:spPr>
      <dgm:t>
        <a:bodyPr/>
        <a:lstStyle/>
        <a:p>
          <a:pPr>
            <a:lnSpc>
              <a:spcPct val="100000"/>
            </a:lnSpc>
            <a:defRPr cap="all"/>
          </a:pPr>
          <a:r>
            <a:rPr lang="en-US" cap="all" dirty="0">
              <a:solidFill>
                <a:schemeClr val="tx1"/>
              </a:solidFill>
              <a:latin typeface="Calibri" panose="020F0502020204030204"/>
              <a:ea typeface="+mn-ea"/>
              <a:cs typeface="+mn-cs"/>
            </a:rPr>
            <a:t>Report all suspicious emails to I.T.</a:t>
          </a:r>
        </a:p>
      </dgm:t>
    </dgm:pt>
    <dgm:pt modelId="{2FD786EC-C94B-451D-A454-D3AC257EDB7F}" type="parTrans" cxnId="{5C04D2BB-5312-49E3-A28A-7E3985F5074E}">
      <dgm:prSet/>
      <dgm:spPr/>
      <dgm:t>
        <a:bodyPr/>
        <a:lstStyle/>
        <a:p>
          <a:endParaRPr lang="en-US"/>
        </a:p>
      </dgm:t>
    </dgm:pt>
    <dgm:pt modelId="{114BB987-5375-4D46-868F-52ACC5D6579C}" type="sibTrans" cxnId="{5C04D2BB-5312-49E3-A28A-7E3985F5074E}">
      <dgm:prSet/>
      <dgm:spPr/>
      <dgm:t>
        <a:bodyPr/>
        <a:lstStyle/>
        <a:p>
          <a:endParaRPr lang="en-US"/>
        </a:p>
      </dgm:t>
    </dgm:pt>
    <dgm:pt modelId="{52F2638D-7D56-4C92-B528-9901748EC0A5}">
      <dgm:prSet/>
      <dgm:spPr>
        <a:xfrm>
          <a:off x="3946673" y="3553421"/>
          <a:ext cx="1497656" cy="599062"/>
        </a:xfrm>
        <a:prstGeom prst="rect">
          <a:avLst/>
        </a:prstGeom>
        <a:noFill/>
        <a:ln>
          <a:noFill/>
        </a:ln>
        <a:effectLst/>
      </dgm:spPr>
      <dgm:t>
        <a:bodyPr/>
        <a:lstStyle/>
        <a:p>
          <a:pPr>
            <a:lnSpc>
              <a:spcPct val="100000"/>
            </a:lnSpc>
            <a:defRPr cap="all"/>
          </a:pPr>
          <a:r>
            <a:rPr lang="en-US" cap="all" dirty="0">
              <a:solidFill>
                <a:schemeClr val="tx1"/>
              </a:solidFill>
              <a:latin typeface="Calibri" panose="020F0502020204030204"/>
              <a:ea typeface="+mn-ea"/>
              <a:cs typeface="+mn-cs"/>
            </a:rPr>
            <a:t>Call the sender if you believe the email may be fake</a:t>
          </a:r>
        </a:p>
      </dgm:t>
    </dgm:pt>
    <dgm:pt modelId="{23CE3462-6E49-47E5-ADBE-18410ED6F408}" type="parTrans" cxnId="{F269F880-CD9D-4648-AB9B-60D0BA0E2B55}">
      <dgm:prSet/>
      <dgm:spPr/>
      <dgm:t>
        <a:bodyPr/>
        <a:lstStyle/>
        <a:p>
          <a:endParaRPr lang="en-US"/>
        </a:p>
      </dgm:t>
    </dgm:pt>
    <dgm:pt modelId="{F98F800A-88A0-494F-B042-10784ACD0E5A}" type="sibTrans" cxnId="{F269F880-CD9D-4648-AB9B-60D0BA0E2B55}">
      <dgm:prSet/>
      <dgm:spPr/>
      <dgm:t>
        <a:bodyPr/>
        <a:lstStyle/>
        <a:p>
          <a:endParaRPr lang="en-US"/>
        </a:p>
      </dgm:t>
    </dgm:pt>
    <dgm:pt modelId="{75F8D329-DDF1-44F1-A3AD-B212E96B4C62}" type="pres">
      <dgm:prSet presAssocID="{257C788C-99FA-4FA8-B03D-8ACFDA8357B9}" presName="root" presStyleCnt="0">
        <dgm:presLayoutVars>
          <dgm:dir/>
          <dgm:resizeHandles val="exact"/>
        </dgm:presLayoutVars>
      </dgm:prSet>
      <dgm:spPr/>
    </dgm:pt>
    <dgm:pt modelId="{51EE4623-AE10-418C-9131-6A62FD5727A0}" type="pres">
      <dgm:prSet presAssocID="{F8FAC300-03BB-4E97-BEF8-AD5F96940063}" presName="compNode" presStyleCnt="0"/>
      <dgm:spPr/>
    </dgm:pt>
    <dgm:pt modelId="{E05DFD68-34FF-427D-B2F4-FFF64172D950}" type="pres">
      <dgm:prSet presAssocID="{F8FAC300-03BB-4E97-BEF8-AD5F96940063}" presName="iconBgRect" presStyleLbl="bgShp" presStyleIdx="0" presStyleCnt="6"/>
      <dgm:spPr>
        <a:xfrm>
          <a:off x="719224" y="2003"/>
          <a:ext cx="913570" cy="913570"/>
        </a:xfrm>
        <a:prstGeom prst="ellipse">
          <a:avLst/>
        </a:prstGeom>
        <a:solidFill>
          <a:srgbClr val="ED7D31">
            <a:hueOff val="0"/>
            <a:satOff val="0"/>
            <a:lumOff val="0"/>
            <a:alphaOff val="0"/>
          </a:srgbClr>
        </a:solidFill>
        <a:ln>
          <a:noFill/>
        </a:ln>
        <a:effectLst/>
      </dgm:spPr>
    </dgm:pt>
    <dgm:pt modelId="{6CA79799-840C-4EC4-B897-15DD884EE211}" type="pres">
      <dgm:prSet presAssocID="{F8FAC300-03BB-4E97-BEF8-AD5F96940063}" presName="iconRect" presStyleLbl="node1" presStyleIdx="0" presStyleCnt="6"/>
      <dgm:spPr>
        <a:xfrm>
          <a:off x="913920" y="196698"/>
          <a:ext cx="524179" cy="5241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Lock"/>
        </a:ext>
      </dgm:extLst>
    </dgm:pt>
    <dgm:pt modelId="{EDC3B506-91B8-4E2B-B3A4-309F35664D62}" type="pres">
      <dgm:prSet presAssocID="{F8FAC300-03BB-4E97-BEF8-AD5F96940063}" presName="spaceRect" presStyleCnt="0"/>
      <dgm:spPr/>
    </dgm:pt>
    <dgm:pt modelId="{5160A717-7F00-4D8B-847D-4BAEC843D852}" type="pres">
      <dgm:prSet presAssocID="{F8FAC300-03BB-4E97-BEF8-AD5F96940063}" presName="textRect" presStyleLbl="revTx" presStyleIdx="0" presStyleCnt="6">
        <dgm:presLayoutVars>
          <dgm:chMax val="1"/>
          <dgm:chPref val="1"/>
        </dgm:presLayoutVars>
      </dgm:prSet>
      <dgm:spPr/>
    </dgm:pt>
    <dgm:pt modelId="{96784A08-ADD0-42E2-960C-2E787C3B6A57}" type="pres">
      <dgm:prSet presAssocID="{4745EF7A-30E8-4315-B2C1-B5DA5AB5CDA0}" presName="sibTrans" presStyleCnt="0"/>
      <dgm:spPr/>
    </dgm:pt>
    <dgm:pt modelId="{10A04C2C-CABE-4B96-B832-244634AAB302}" type="pres">
      <dgm:prSet presAssocID="{43A12B50-204C-4F56-A29E-0678E618F11E}" presName="compNode" presStyleCnt="0"/>
      <dgm:spPr/>
    </dgm:pt>
    <dgm:pt modelId="{FB760DFB-23C7-4612-8CCC-3C5814FEB029}" type="pres">
      <dgm:prSet presAssocID="{43A12B50-204C-4F56-A29E-0678E618F11E}" presName="iconBgRect" presStyleLbl="bgShp" presStyleIdx="1" presStyleCnt="6"/>
      <dgm:spPr>
        <a:xfrm>
          <a:off x="2478970" y="2003"/>
          <a:ext cx="913570" cy="913570"/>
        </a:xfrm>
        <a:prstGeom prst="ellipse">
          <a:avLst/>
        </a:prstGeom>
        <a:solidFill>
          <a:srgbClr val="A5A5A5">
            <a:hueOff val="0"/>
            <a:satOff val="0"/>
            <a:lumOff val="0"/>
            <a:alphaOff val="0"/>
          </a:srgbClr>
        </a:solidFill>
        <a:ln>
          <a:noFill/>
        </a:ln>
        <a:effectLst/>
      </dgm:spPr>
    </dgm:pt>
    <dgm:pt modelId="{D2C1EF8D-CC9C-4488-9415-758A2A561EE7}" type="pres">
      <dgm:prSet presAssocID="{43A12B50-204C-4F56-A29E-0678E618F11E}" presName="iconRect" presStyleLbl="node1" presStyleIdx="1" presStyleCnt="6"/>
      <dgm:spPr>
        <a:xfrm>
          <a:off x="2673666" y="196698"/>
          <a:ext cx="524179" cy="5241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Email"/>
        </a:ext>
      </dgm:extLst>
    </dgm:pt>
    <dgm:pt modelId="{E0C6F5E9-C8FD-463E-9C47-F724A4F84F57}" type="pres">
      <dgm:prSet presAssocID="{43A12B50-204C-4F56-A29E-0678E618F11E}" presName="spaceRect" presStyleCnt="0"/>
      <dgm:spPr/>
    </dgm:pt>
    <dgm:pt modelId="{36B7A3BC-EFC5-4949-BC76-E5B183E49E18}" type="pres">
      <dgm:prSet presAssocID="{43A12B50-204C-4F56-A29E-0678E618F11E}" presName="textRect" presStyleLbl="revTx" presStyleIdx="1" presStyleCnt="6">
        <dgm:presLayoutVars>
          <dgm:chMax val="1"/>
          <dgm:chPref val="1"/>
        </dgm:presLayoutVars>
      </dgm:prSet>
      <dgm:spPr/>
    </dgm:pt>
    <dgm:pt modelId="{C3E34CBE-C75B-48AB-A3EA-45967BCD8AFF}" type="pres">
      <dgm:prSet presAssocID="{1DEB2BCB-7FAF-44F4-8B78-9E9968898A97}" presName="sibTrans" presStyleCnt="0"/>
      <dgm:spPr/>
    </dgm:pt>
    <dgm:pt modelId="{F51A95F0-FD9F-4728-9DD1-C0185F273BB2}" type="pres">
      <dgm:prSet presAssocID="{B341E51E-5F16-40E0-B2FC-A23CF06AB6C2}" presName="compNode" presStyleCnt="0"/>
      <dgm:spPr/>
    </dgm:pt>
    <dgm:pt modelId="{C3D1CCDE-70BA-4E89-955C-D87DBD7834D4}" type="pres">
      <dgm:prSet presAssocID="{B341E51E-5F16-40E0-B2FC-A23CF06AB6C2}" presName="iconBgRect" presStyleLbl="bgShp" presStyleIdx="2" presStyleCnt="6"/>
      <dgm:spPr>
        <a:xfrm>
          <a:off x="4238716" y="2003"/>
          <a:ext cx="913570" cy="913570"/>
        </a:xfrm>
        <a:prstGeom prst="ellipse">
          <a:avLst/>
        </a:prstGeom>
        <a:solidFill>
          <a:srgbClr val="FFC000">
            <a:hueOff val="0"/>
            <a:satOff val="0"/>
            <a:lumOff val="0"/>
            <a:alphaOff val="0"/>
          </a:srgbClr>
        </a:solidFill>
        <a:ln>
          <a:noFill/>
        </a:ln>
        <a:effectLst/>
      </dgm:spPr>
    </dgm:pt>
    <dgm:pt modelId="{CEC04807-06F2-4590-8909-168D88589C56}" type="pres">
      <dgm:prSet presAssocID="{B341E51E-5F16-40E0-B2FC-A23CF06AB6C2}" presName="iconRect" presStyleLbl="node1" presStyleIdx="2" presStyleCnt="6"/>
      <dgm:spPr>
        <a:xfrm>
          <a:off x="4433412" y="196698"/>
          <a:ext cx="524179" cy="5241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User"/>
        </a:ext>
      </dgm:extLst>
    </dgm:pt>
    <dgm:pt modelId="{EC05DCFF-79F0-4317-AA80-251E3402B0B9}" type="pres">
      <dgm:prSet presAssocID="{B341E51E-5F16-40E0-B2FC-A23CF06AB6C2}" presName="spaceRect" presStyleCnt="0"/>
      <dgm:spPr/>
    </dgm:pt>
    <dgm:pt modelId="{614E7078-B9D8-4DD9-BAF6-6D56FFB4388D}" type="pres">
      <dgm:prSet presAssocID="{B341E51E-5F16-40E0-B2FC-A23CF06AB6C2}" presName="textRect" presStyleLbl="revTx" presStyleIdx="2" presStyleCnt="6">
        <dgm:presLayoutVars>
          <dgm:chMax val="1"/>
          <dgm:chPref val="1"/>
        </dgm:presLayoutVars>
      </dgm:prSet>
      <dgm:spPr/>
    </dgm:pt>
    <dgm:pt modelId="{6F60D1CB-ECB8-4BF4-8E02-5225DC49FD92}" type="pres">
      <dgm:prSet presAssocID="{4E4F5C35-8DE6-4C5A-B08F-DAB11C5DA092}" presName="sibTrans" presStyleCnt="0"/>
      <dgm:spPr/>
    </dgm:pt>
    <dgm:pt modelId="{27DF2A91-0966-4B4A-914D-4E6C4C125638}" type="pres">
      <dgm:prSet presAssocID="{3F043858-A55D-47EB-9189-91A8023D422E}" presName="compNode" presStyleCnt="0"/>
      <dgm:spPr/>
    </dgm:pt>
    <dgm:pt modelId="{F6FAEE36-3E7D-4CE1-ACA6-D9F82D3C00A9}" type="pres">
      <dgm:prSet presAssocID="{3F043858-A55D-47EB-9189-91A8023D422E}" presName="iconBgRect" presStyleLbl="bgShp" presStyleIdx="3" presStyleCnt="6"/>
      <dgm:spPr>
        <a:xfrm>
          <a:off x="719224" y="2264451"/>
          <a:ext cx="913570" cy="913570"/>
        </a:xfrm>
        <a:prstGeom prst="ellipse">
          <a:avLst/>
        </a:prstGeom>
        <a:solidFill>
          <a:srgbClr val="5B9BD5">
            <a:hueOff val="0"/>
            <a:satOff val="0"/>
            <a:lumOff val="0"/>
            <a:alphaOff val="0"/>
          </a:srgbClr>
        </a:solidFill>
        <a:ln>
          <a:noFill/>
        </a:ln>
        <a:effectLst/>
      </dgm:spPr>
    </dgm:pt>
    <dgm:pt modelId="{5A3274CA-DF1F-4F78-BD62-23A67EDB11F6}" type="pres">
      <dgm:prSet presAssocID="{3F043858-A55D-47EB-9189-91A8023D422E}" presName="iconRect" presStyleLbl="node1" presStyleIdx="3" presStyleCnt="6"/>
      <dgm:spPr>
        <a:xfrm>
          <a:off x="913920" y="2459146"/>
          <a:ext cx="524179" cy="52417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Paperclip"/>
        </a:ext>
      </dgm:extLst>
    </dgm:pt>
    <dgm:pt modelId="{CB73B7A6-1FF1-4413-BF7F-58FD10FB8005}" type="pres">
      <dgm:prSet presAssocID="{3F043858-A55D-47EB-9189-91A8023D422E}" presName="spaceRect" presStyleCnt="0"/>
      <dgm:spPr/>
    </dgm:pt>
    <dgm:pt modelId="{E073E8F9-C9A7-4344-BE9A-257363C3DFDF}" type="pres">
      <dgm:prSet presAssocID="{3F043858-A55D-47EB-9189-91A8023D422E}" presName="textRect" presStyleLbl="revTx" presStyleIdx="3" presStyleCnt="6">
        <dgm:presLayoutVars>
          <dgm:chMax val="1"/>
          <dgm:chPref val="1"/>
        </dgm:presLayoutVars>
      </dgm:prSet>
      <dgm:spPr/>
    </dgm:pt>
    <dgm:pt modelId="{2AF4D65A-2B64-48C1-A158-D3B405E9C124}" type="pres">
      <dgm:prSet presAssocID="{D41ED85B-19BB-4F54-90A6-C8A7B4A535A4}" presName="sibTrans" presStyleCnt="0"/>
      <dgm:spPr/>
    </dgm:pt>
    <dgm:pt modelId="{D8A7E5DC-17A9-4032-83AA-14204C23F754}" type="pres">
      <dgm:prSet presAssocID="{9367ED00-6C2F-4D3A-BC2E-F8C9EAA67B34}" presName="compNode" presStyleCnt="0"/>
      <dgm:spPr/>
    </dgm:pt>
    <dgm:pt modelId="{3F051F13-717D-4598-AFA2-3A7EDB49D294}" type="pres">
      <dgm:prSet presAssocID="{9367ED00-6C2F-4D3A-BC2E-F8C9EAA67B34}" presName="iconBgRect" presStyleLbl="bgShp" presStyleIdx="4" presStyleCnt="6"/>
      <dgm:spPr>
        <a:xfrm>
          <a:off x="2478970" y="2264451"/>
          <a:ext cx="913570" cy="913570"/>
        </a:xfrm>
        <a:prstGeom prst="ellipse">
          <a:avLst/>
        </a:prstGeom>
        <a:solidFill>
          <a:srgbClr val="70AD47">
            <a:hueOff val="0"/>
            <a:satOff val="0"/>
            <a:lumOff val="0"/>
            <a:alphaOff val="0"/>
          </a:srgbClr>
        </a:solidFill>
        <a:ln>
          <a:noFill/>
        </a:ln>
        <a:effectLst/>
      </dgm:spPr>
    </dgm:pt>
    <dgm:pt modelId="{33627366-14B1-4ABE-810C-AE6FC3BFF9A1}" type="pres">
      <dgm:prSet presAssocID="{9367ED00-6C2F-4D3A-BC2E-F8C9EAA67B34}" presName="iconRect" presStyleLbl="node1" presStyleIdx="4" presStyleCnt="6"/>
      <dgm:spPr>
        <a:xfrm>
          <a:off x="2673666" y="2459146"/>
          <a:ext cx="524179" cy="52417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gm:spPr>
      <dgm:extLst>
        <a:ext uri="{E40237B7-FDA0-4F09-8148-C483321AD2D9}">
          <dgm14:cNvPr xmlns:dgm14="http://schemas.microsoft.com/office/drawing/2010/diagram" id="0" name="" descr="Envelope"/>
        </a:ext>
      </dgm:extLst>
    </dgm:pt>
    <dgm:pt modelId="{20D08959-941D-47F7-892C-2E63917A5E56}" type="pres">
      <dgm:prSet presAssocID="{9367ED00-6C2F-4D3A-BC2E-F8C9EAA67B34}" presName="spaceRect" presStyleCnt="0"/>
      <dgm:spPr/>
    </dgm:pt>
    <dgm:pt modelId="{0861E782-4473-476A-86EB-4BB3FAEA4713}" type="pres">
      <dgm:prSet presAssocID="{9367ED00-6C2F-4D3A-BC2E-F8C9EAA67B34}" presName="textRect" presStyleLbl="revTx" presStyleIdx="4" presStyleCnt="6">
        <dgm:presLayoutVars>
          <dgm:chMax val="1"/>
          <dgm:chPref val="1"/>
        </dgm:presLayoutVars>
      </dgm:prSet>
      <dgm:spPr/>
    </dgm:pt>
    <dgm:pt modelId="{5FED37D0-978E-462A-92A0-A25E5B456232}" type="pres">
      <dgm:prSet presAssocID="{114BB987-5375-4D46-868F-52ACC5D6579C}" presName="sibTrans" presStyleCnt="0"/>
      <dgm:spPr/>
    </dgm:pt>
    <dgm:pt modelId="{068DE03D-31BD-4684-8A0D-41BC172F1BB8}" type="pres">
      <dgm:prSet presAssocID="{52F2638D-7D56-4C92-B528-9901748EC0A5}" presName="compNode" presStyleCnt="0"/>
      <dgm:spPr/>
    </dgm:pt>
    <dgm:pt modelId="{E684B352-B9F8-4A6E-8361-42BDA8A98FB3}" type="pres">
      <dgm:prSet presAssocID="{52F2638D-7D56-4C92-B528-9901748EC0A5}" presName="iconBgRect" presStyleLbl="bgShp" presStyleIdx="5" presStyleCnt="6"/>
      <dgm:spPr>
        <a:xfrm>
          <a:off x="4238716" y="2355296"/>
          <a:ext cx="913570" cy="913570"/>
        </a:xfrm>
        <a:prstGeom prst="ellipse">
          <a:avLst/>
        </a:prstGeom>
        <a:solidFill>
          <a:srgbClr val="ED7D31">
            <a:hueOff val="0"/>
            <a:satOff val="0"/>
            <a:lumOff val="0"/>
            <a:alphaOff val="0"/>
          </a:srgbClr>
        </a:solidFill>
        <a:ln>
          <a:noFill/>
        </a:ln>
        <a:effectLst/>
      </dgm:spPr>
    </dgm:pt>
    <dgm:pt modelId="{D7769212-F94B-441A-8CF2-213E07D4453C}" type="pres">
      <dgm:prSet presAssocID="{52F2638D-7D56-4C92-B528-9901748EC0A5}" presName="iconRect" presStyleLbl="node1" presStyleIdx="5" presStyleCnt="6"/>
      <dgm:spPr>
        <a:xfrm>
          <a:off x="0" y="2194383"/>
          <a:ext cx="524179" cy="1276954"/>
        </a:xfr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dgm:spPr>
      <dgm:extLst/>
    </dgm:pt>
    <dgm:pt modelId="{7B8E5F52-5D4E-431E-BF65-6DD2AD71538A}" type="pres">
      <dgm:prSet presAssocID="{52F2638D-7D56-4C92-B528-9901748EC0A5}" presName="spaceRect" presStyleCnt="0"/>
      <dgm:spPr/>
    </dgm:pt>
    <dgm:pt modelId="{E5FCAF86-04E0-4800-8FBF-50DB72E0DAE1}" type="pres">
      <dgm:prSet presAssocID="{52F2638D-7D56-4C92-B528-9901748EC0A5}" presName="textRect" presStyleLbl="revTx" presStyleIdx="5" presStyleCnt="6">
        <dgm:presLayoutVars>
          <dgm:chMax val="1"/>
          <dgm:chPref val="1"/>
        </dgm:presLayoutVars>
      </dgm:prSet>
      <dgm:spPr/>
    </dgm:pt>
  </dgm:ptLst>
  <dgm:cxnLst>
    <dgm:cxn modelId="{8C33090A-D6FB-483A-AADA-F9839BAE7014}" type="presOf" srcId="{B341E51E-5F16-40E0-B2FC-A23CF06AB6C2}" destId="{614E7078-B9D8-4DD9-BAF6-6D56FFB4388D}" srcOrd="0" destOrd="0" presId="urn:microsoft.com/office/officeart/2018/5/layout/IconCircleLabelList"/>
    <dgm:cxn modelId="{11E85B0F-F942-462F-B5C3-EE534F6E5DD2}" type="presOf" srcId="{43A12B50-204C-4F56-A29E-0678E618F11E}" destId="{36B7A3BC-EFC5-4949-BC76-E5B183E49E18}" srcOrd="0" destOrd="0" presId="urn:microsoft.com/office/officeart/2018/5/layout/IconCircleLabelList"/>
    <dgm:cxn modelId="{E500542A-9536-4525-861A-2F899834CF24}" srcId="{257C788C-99FA-4FA8-B03D-8ACFDA8357B9}" destId="{F8FAC300-03BB-4E97-BEF8-AD5F96940063}" srcOrd="0" destOrd="0" parTransId="{D6601AD5-0E9B-476A-B646-7481D51347DE}" sibTransId="{4745EF7A-30E8-4315-B2C1-B5DA5AB5CDA0}"/>
    <dgm:cxn modelId="{95CC592C-6EBB-45CF-B448-3737A9D88481}" type="presOf" srcId="{9367ED00-6C2F-4D3A-BC2E-F8C9EAA67B34}" destId="{0861E782-4473-476A-86EB-4BB3FAEA4713}" srcOrd="0" destOrd="0" presId="urn:microsoft.com/office/officeart/2018/5/layout/IconCircleLabelList"/>
    <dgm:cxn modelId="{1A9B5C41-7536-41F7-8EE7-D06FEAFEFC75}" type="presOf" srcId="{52F2638D-7D56-4C92-B528-9901748EC0A5}" destId="{E5FCAF86-04E0-4800-8FBF-50DB72E0DAE1}" srcOrd="0" destOrd="0" presId="urn:microsoft.com/office/officeart/2018/5/layout/IconCircleLabelList"/>
    <dgm:cxn modelId="{E17C5365-47CD-4082-B305-5E16896EF7B6}" type="presOf" srcId="{F8FAC300-03BB-4E97-BEF8-AD5F96940063}" destId="{5160A717-7F00-4D8B-847D-4BAEC843D852}" srcOrd="0" destOrd="0" presId="urn:microsoft.com/office/officeart/2018/5/layout/IconCircleLabelList"/>
    <dgm:cxn modelId="{0A7A4D68-423A-498E-B516-F68611101D38}" type="presOf" srcId="{3F043858-A55D-47EB-9189-91A8023D422E}" destId="{E073E8F9-C9A7-4344-BE9A-257363C3DFDF}" srcOrd="0" destOrd="0" presId="urn:microsoft.com/office/officeart/2018/5/layout/IconCircleLabelList"/>
    <dgm:cxn modelId="{A827E04A-5A7D-47E0-8106-588571749D7A}" srcId="{257C788C-99FA-4FA8-B03D-8ACFDA8357B9}" destId="{3F043858-A55D-47EB-9189-91A8023D422E}" srcOrd="3" destOrd="0" parTransId="{E2134AB4-63BC-424B-8C68-BE82C19B3995}" sibTransId="{D41ED85B-19BB-4F54-90A6-C8A7B4A535A4}"/>
    <dgm:cxn modelId="{0A86436D-CD16-41FB-B50F-AFF0EAC863C7}" type="presOf" srcId="{257C788C-99FA-4FA8-B03D-8ACFDA8357B9}" destId="{75F8D329-DDF1-44F1-A3AD-B212E96B4C62}" srcOrd="0" destOrd="0" presId="urn:microsoft.com/office/officeart/2018/5/layout/IconCircleLabelList"/>
    <dgm:cxn modelId="{C007E680-5069-404E-BEDA-4B02D9E5601F}" srcId="{257C788C-99FA-4FA8-B03D-8ACFDA8357B9}" destId="{B341E51E-5F16-40E0-B2FC-A23CF06AB6C2}" srcOrd="2" destOrd="0" parTransId="{C8B42831-827C-4B01-B21B-696C10DED90C}" sibTransId="{4E4F5C35-8DE6-4C5A-B08F-DAB11C5DA092}"/>
    <dgm:cxn modelId="{F269F880-CD9D-4648-AB9B-60D0BA0E2B55}" srcId="{257C788C-99FA-4FA8-B03D-8ACFDA8357B9}" destId="{52F2638D-7D56-4C92-B528-9901748EC0A5}" srcOrd="5" destOrd="0" parTransId="{23CE3462-6E49-47E5-ADBE-18410ED6F408}" sibTransId="{F98F800A-88A0-494F-B042-10784ACD0E5A}"/>
    <dgm:cxn modelId="{5804F5B1-88BD-4324-9A9B-808B097C4D7C}" srcId="{257C788C-99FA-4FA8-B03D-8ACFDA8357B9}" destId="{43A12B50-204C-4F56-A29E-0678E618F11E}" srcOrd="1" destOrd="0" parTransId="{0E72FDB4-C0D8-40AD-9455-C555DE9B2249}" sibTransId="{1DEB2BCB-7FAF-44F4-8B78-9E9968898A97}"/>
    <dgm:cxn modelId="{5C04D2BB-5312-49E3-A28A-7E3985F5074E}" srcId="{257C788C-99FA-4FA8-B03D-8ACFDA8357B9}" destId="{9367ED00-6C2F-4D3A-BC2E-F8C9EAA67B34}" srcOrd="4" destOrd="0" parTransId="{2FD786EC-C94B-451D-A454-D3AC257EDB7F}" sibTransId="{114BB987-5375-4D46-868F-52ACC5D6579C}"/>
    <dgm:cxn modelId="{3FB66543-8DB5-4044-8D70-36314E4AA3B4}" type="presParOf" srcId="{75F8D329-DDF1-44F1-A3AD-B212E96B4C62}" destId="{51EE4623-AE10-418C-9131-6A62FD5727A0}" srcOrd="0" destOrd="0" presId="urn:microsoft.com/office/officeart/2018/5/layout/IconCircleLabelList"/>
    <dgm:cxn modelId="{B1ABBD0F-AB5E-4529-A044-6B1A2EA95A08}" type="presParOf" srcId="{51EE4623-AE10-418C-9131-6A62FD5727A0}" destId="{E05DFD68-34FF-427D-B2F4-FFF64172D950}" srcOrd="0" destOrd="0" presId="urn:microsoft.com/office/officeart/2018/5/layout/IconCircleLabelList"/>
    <dgm:cxn modelId="{012779AF-70E7-4819-B918-9A37A7DA8C69}" type="presParOf" srcId="{51EE4623-AE10-418C-9131-6A62FD5727A0}" destId="{6CA79799-840C-4EC4-B897-15DD884EE211}" srcOrd="1" destOrd="0" presId="urn:microsoft.com/office/officeart/2018/5/layout/IconCircleLabelList"/>
    <dgm:cxn modelId="{380AB390-EEC2-4CDD-901D-F2375A85E1B3}" type="presParOf" srcId="{51EE4623-AE10-418C-9131-6A62FD5727A0}" destId="{EDC3B506-91B8-4E2B-B3A4-309F35664D62}" srcOrd="2" destOrd="0" presId="urn:microsoft.com/office/officeart/2018/5/layout/IconCircleLabelList"/>
    <dgm:cxn modelId="{8AAD9AA4-7538-4A24-A6F6-542DE9E3F858}" type="presParOf" srcId="{51EE4623-AE10-418C-9131-6A62FD5727A0}" destId="{5160A717-7F00-4D8B-847D-4BAEC843D852}" srcOrd="3" destOrd="0" presId="urn:microsoft.com/office/officeart/2018/5/layout/IconCircleLabelList"/>
    <dgm:cxn modelId="{EA87B7E3-B526-4446-B6E5-3EB7E7EF2F95}" type="presParOf" srcId="{75F8D329-DDF1-44F1-A3AD-B212E96B4C62}" destId="{96784A08-ADD0-42E2-960C-2E787C3B6A57}" srcOrd="1" destOrd="0" presId="urn:microsoft.com/office/officeart/2018/5/layout/IconCircleLabelList"/>
    <dgm:cxn modelId="{467C60CB-F3D0-4909-A099-3B7692AB79C4}" type="presParOf" srcId="{75F8D329-DDF1-44F1-A3AD-B212E96B4C62}" destId="{10A04C2C-CABE-4B96-B832-244634AAB302}" srcOrd="2" destOrd="0" presId="urn:microsoft.com/office/officeart/2018/5/layout/IconCircleLabelList"/>
    <dgm:cxn modelId="{B6045A56-A7C6-41A6-9AAE-DA113A882E27}" type="presParOf" srcId="{10A04C2C-CABE-4B96-B832-244634AAB302}" destId="{FB760DFB-23C7-4612-8CCC-3C5814FEB029}" srcOrd="0" destOrd="0" presId="urn:microsoft.com/office/officeart/2018/5/layout/IconCircleLabelList"/>
    <dgm:cxn modelId="{87A516D9-932E-40DA-9BEF-AA9F3684068F}" type="presParOf" srcId="{10A04C2C-CABE-4B96-B832-244634AAB302}" destId="{D2C1EF8D-CC9C-4488-9415-758A2A561EE7}" srcOrd="1" destOrd="0" presId="urn:microsoft.com/office/officeart/2018/5/layout/IconCircleLabelList"/>
    <dgm:cxn modelId="{01DF3992-423E-4A82-8A84-80D2675926A9}" type="presParOf" srcId="{10A04C2C-CABE-4B96-B832-244634AAB302}" destId="{E0C6F5E9-C8FD-463E-9C47-F724A4F84F57}" srcOrd="2" destOrd="0" presId="urn:microsoft.com/office/officeart/2018/5/layout/IconCircleLabelList"/>
    <dgm:cxn modelId="{FC1EF7B4-9E70-4CC1-84B8-B280B42F1B95}" type="presParOf" srcId="{10A04C2C-CABE-4B96-B832-244634AAB302}" destId="{36B7A3BC-EFC5-4949-BC76-E5B183E49E18}" srcOrd="3" destOrd="0" presId="urn:microsoft.com/office/officeart/2018/5/layout/IconCircleLabelList"/>
    <dgm:cxn modelId="{43D559EF-77B3-4BB3-A405-640400246E47}" type="presParOf" srcId="{75F8D329-DDF1-44F1-A3AD-B212E96B4C62}" destId="{C3E34CBE-C75B-48AB-A3EA-45967BCD8AFF}" srcOrd="3" destOrd="0" presId="urn:microsoft.com/office/officeart/2018/5/layout/IconCircleLabelList"/>
    <dgm:cxn modelId="{A552B4DF-AB35-4964-82B8-1703F583B863}" type="presParOf" srcId="{75F8D329-DDF1-44F1-A3AD-B212E96B4C62}" destId="{F51A95F0-FD9F-4728-9DD1-C0185F273BB2}" srcOrd="4" destOrd="0" presId="urn:microsoft.com/office/officeart/2018/5/layout/IconCircleLabelList"/>
    <dgm:cxn modelId="{EAB9C0BF-E2F0-4F9C-88C4-4C56429CA354}" type="presParOf" srcId="{F51A95F0-FD9F-4728-9DD1-C0185F273BB2}" destId="{C3D1CCDE-70BA-4E89-955C-D87DBD7834D4}" srcOrd="0" destOrd="0" presId="urn:microsoft.com/office/officeart/2018/5/layout/IconCircleLabelList"/>
    <dgm:cxn modelId="{76F07CB1-628F-4300-AF08-FCEDD65ADAFB}" type="presParOf" srcId="{F51A95F0-FD9F-4728-9DD1-C0185F273BB2}" destId="{CEC04807-06F2-4590-8909-168D88589C56}" srcOrd="1" destOrd="0" presId="urn:microsoft.com/office/officeart/2018/5/layout/IconCircleLabelList"/>
    <dgm:cxn modelId="{2A1EDE61-654E-48E1-9995-BEA726BC32C5}" type="presParOf" srcId="{F51A95F0-FD9F-4728-9DD1-C0185F273BB2}" destId="{EC05DCFF-79F0-4317-AA80-251E3402B0B9}" srcOrd="2" destOrd="0" presId="urn:microsoft.com/office/officeart/2018/5/layout/IconCircleLabelList"/>
    <dgm:cxn modelId="{6A21BB12-8CAF-4B54-A068-6942A7E3969E}" type="presParOf" srcId="{F51A95F0-FD9F-4728-9DD1-C0185F273BB2}" destId="{614E7078-B9D8-4DD9-BAF6-6D56FFB4388D}" srcOrd="3" destOrd="0" presId="urn:microsoft.com/office/officeart/2018/5/layout/IconCircleLabelList"/>
    <dgm:cxn modelId="{BBC81421-136D-47B6-9584-A16931E3BDB8}" type="presParOf" srcId="{75F8D329-DDF1-44F1-A3AD-B212E96B4C62}" destId="{6F60D1CB-ECB8-4BF4-8E02-5225DC49FD92}" srcOrd="5" destOrd="0" presId="urn:microsoft.com/office/officeart/2018/5/layout/IconCircleLabelList"/>
    <dgm:cxn modelId="{4F396FEB-FCD8-4A12-92E4-E15419A1ABEC}" type="presParOf" srcId="{75F8D329-DDF1-44F1-A3AD-B212E96B4C62}" destId="{27DF2A91-0966-4B4A-914D-4E6C4C125638}" srcOrd="6" destOrd="0" presId="urn:microsoft.com/office/officeart/2018/5/layout/IconCircleLabelList"/>
    <dgm:cxn modelId="{2A06A01B-0A8B-4F67-B2FF-5F8DFDF726EA}" type="presParOf" srcId="{27DF2A91-0966-4B4A-914D-4E6C4C125638}" destId="{F6FAEE36-3E7D-4CE1-ACA6-D9F82D3C00A9}" srcOrd="0" destOrd="0" presId="urn:microsoft.com/office/officeart/2018/5/layout/IconCircleLabelList"/>
    <dgm:cxn modelId="{898223BE-C4B5-452F-B5E2-B9B3DA127F56}" type="presParOf" srcId="{27DF2A91-0966-4B4A-914D-4E6C4C125638}" destId="{5A3274CA-DF1F-4F78-BD62-23A67EDB11F6}" srcOrd="1" destOrd="0" presId="urn:microsoft.com/office/officeart/2018/5/layout/IconCircleLabelList"/>
    <dgm:cxn modelId="{6EC2815D-CB6A-4630-A18B-47BD738D92B1}" type="presParOf" srcId="{27DF2A91-0966-4B4A-914D-4E6C4C125638}" destId="{CB73B7A6-1FF1-4413-BF7F-58FD10FB8005}" srcOrd="2" destOrd="0" presId="urn:microsoft.com/office/officeart/2018/5/layout/IconCircleLabelList"/>
    <dgm:cxn modelId="{AB12B822-6CB0-44D7-A377-B62CDE15F1E0}" type="presParOf" srcId="{27DF2A91-0966-4B4A-914D-4E6C4C125638}" destId="{E073E8F9-C9A7-4344-BE9A-257363C3DFDF}" srcOrd="3" destOrd="0" presId="urn:microsoft.com/office/officeart/2018/5/layout/IconCircleLabelList"/>
    <dgm:cxn modelId="{D0F5F0C2-8526-4B98-BA13-5E49988701AB}" type="presParOf" srcId="{75F8D329-DDF1-44F1-A3AD-B212E96B4C62}" destId="{2AF4D65A-2B64-48C1-A158-D3B405E9C124}" srcOrd="7" destOrd="0" presId="urn:microsoft.com/office/officeart/2018/5/layout/IconCircleLabelList"/>
    <dgm:cxn modelId="{EB17E079-ACBB-4B0B-939B-619EC9A0AA60}" type="presParOf" srcId="{75F8D329-DDF1-44F1-A3AD-B212E96B4C62}" destId="{D8A7E5DC-17A9-4032-83AA-14204C23F754}" srcOrd="8" destOrd="0" presId="urn:microsoft.com/office/officeart/2018/5/layout/IconCircleLabelList"/>
    <dgm:cxn modelId="{A426ADC9-3675-4A87-B4AA-F04DFF30CDA6}" type="presParOf" srcId="{D8A7E5DC-17A9-4032-83AA-14204C23F754}" destId="{3F051F13-717D-4598-AFA2-3A7EDB49D294}" srcOrd="0" destOrd="0" presId="urn:microsoft.com/office/officeart/2018/5/layout/IconCircleLabelList"/>
    <dgm:cxn modelId="{A1D5EECD-820A-414B-B386-91E25669888D}" type="presParOf" srcId="{D8A7E5DC-17A9-4032-83AA-14204C23F754}" destId="{33627366-14B1-4ABE-810C-AE6FC3BFF9A1}" srcOrd="1" destOrd="0" presId="urn:microsoft.com/office/officeart/2018/5/layout/IconCircleLabelList"/>
    <dgm:cxn modelId="{6642C1FC-92D4-4F9B-AE20-3862EAC73858}" type="presParOf" srcId="{D8A7E5DC-17A9-4032-83AA-14204C23F754}" destId="{20D08959-941D-47F7-892C-2E63917A5E56}" srcOrd="2" destOrd="0" presId="urn:microsoft.com/office/officeart/2018/5/layout/IconCircleLabelList"/>
    <dgm:cxn modelId="{ACBA6025-B36E-4F55-A03C-851BA9CAB454}" type="presParOf" srcId="{D8A7E5DC-17A9-4032-83AA-14204C23F754}" destId="{0861E782-4473-476A-86EB-4BB3FAEA4713}" srcOrd="3" destOrd="0" presId="urn:microsoft.com/office/officeart/2018/5/layout/IconCircleLabelList"/>
    <dgm:cxn modelId="{51491589-E52E-4FA2-A06F-607619364471}" type="presParOf" srcId="{75F8D329-DDF1-44F1-A3AD-B212E96B4C62}" destId="{5FED37D0-978E-462A-92A0-A25E5B456232}" srcOrd="9" destOrd="0" presId="urn:microsoft.com/office/officeart/2018/5/layout/IconCircleLabelList"/>
    <dgm:cxn modelId="{FC63B0F6-8662-4494-8809-678AC61798F6}" type="presParOf" srcId="{75F8D329-DDF1-44F1-A3AD-B212E96B4C62}" destId="{068DE03D-31BD-4684-8A0D-41BC172F1BB8}" srcOrd="10" destOrd="0" presId="urn:microsoft.com/office/officeart/2018/5/layout/IconCircleLabelList"/>
    <dgm:cxn modelId="{D9E5BC86-33FC-4DEB-B0DE-0452AED008A8}" type="presParOf" srcId="{068DE03D-31BD-4684-8A0D-41BC172F1BB8}" destId="{E684B352-B9F8-4A6E-8361-42BDA8A98FB3}" srcOrd="0" destOrd="0" presId="urn:microsoft.com/office/officeart/2018/5/layout/IconCircleLabelList"/>
    <dgm:cxn modelId="{F8CE7811-E6B5-4859-85AF-FEC7E429D5B1}" type="presParOf" srcId="{068DE03D-31BD-4684-8A0D-41BC172F1BB8}" destId="{D7769212-F94B-441A-8CF2-213E07D4453C}" srcOrd="1" destOrd="0" presId="urn:microsoft.com/office/officeart/2018/5/layout/IconCircleLabelList"/>
    <dgm:cxn modelId="{643FB146-3E5E-496E-BCDF-B7F1897446E2}" type="presParOf" srcId="{068DE03D-31BD-4684-8A0D-41BC172F1BB8}" destId="{7B8E5F52-5D4E-431E-BF65-6DD2AD71538A}" srcOrd="2" destOrd="0" presId="urn:microsoft.com/office/officeart/2018/5/layout/IconCircleLabelList"/>
    <dgm:cxn modelId="{C0CD28A8-02C6-474D-B89F-45510A8B1F45}" type="presParOf" srcId="{068DE03D-31BD-4684-8A0D-41BC172F1BB8}" destId="{E5FCAF86-04E0-4800-8FBF-50DB72E0DAE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25A329F-619C-4082-BBC4-876B58312F8E}"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2ECE2C49-44FB-416A-B603-2CA44D3B85BB}">
      <dgm:prSet phldrT="[Text]"/>
      <dgm:spPr/>
      <dgm:t>
        <a:bodyPr/>
        <a:lstStyle/>
        <a:p>
          <a:r>
            <a:rPr lang="en-US" dirty="0"/>
            <a:t>Microsoft Word</a:t>
          </a:r>
        </a:p>
      </dgm:t>
    </dgm:pt>
    <dgm:pt modelId="{39AC28C3-B9A3-48C1-99A7-10FCF7B45207}" type="parTrans" cxnId="{56647CA8-C4D8-43C6-8D19-E3E7DADF9A45}">
      <dgm:prSet/>
      <dgm:spPr/>
      <dgm:t>
        <a:bodyPr/>
        <a:lstStyle/>
        <a:p>
          <a:endParaRPr lang="en-US"/>
        </a:p>
      </dgm:t>
    </dgm:pt>
    <dgm:pt modelId="{3DFF61B0-D202-4815-95E3-5E6FB6E1A553}" type="sibTrans" cxnId="{56647CA8-C4D8-43C6-8D19-E3E7DADF9A45}">
      <dgm:prSet/>
      <dgm:spPr/>
      <dgm:t>
        <a:bodyPr/>
        <a:lstStyle/>
        <a:p>
          <a:endParaRPr lang="en-US"/>
        </a:p>
      </dgm:t>
    </dgm:pt>
    <dgm:pt modelId="{9290F1CD-7CF8-4DE6-98D7-98B910E330C0}">
      <dgm:prSet phldrT="[Text]"/>
      <dgm:spPr/>
      <dgm:t>
        <a:bodyPr/>
        <a:lstStyle/>
        <a:p>
          <a:r>
            <a:rPr lang="en-US" dirty="0"/>
            <a:t>.doc</a:t>
          </a:r>
        </a:p>
      </dgm:t>
    </dgm:pt>
    <dgm:pt modelId="{00C6D2CF-D57A-4DF3-B59A-FB3875A1BE20}" type="parTrans" cxnId="{2E2F0D63-3A97-475E-B21B-C5C575EAA000}">
      <dgm:prSet/>
      <dgm:spPr/>
      <dgm:t>
        <a:bodyPr/>
        <a:lstStyle/>
        <a:p>
          <a:endParaRPr lang="en-US"/>
        </a:p>
      </dgm:t>
    </dgm:pt>
    <dgm:pt modelId="{847FAB18-A0C2-4642-AF40-5FC1B7169A13}" type="sibTrans" cxnId="{2E2F0D63-3A97-475E-B21B-C5C575EAA000}">
      <dgm:prSet/>
      <dgm:spPr/>
      <dgm:t>
        <a:bodyPr/>
        <a:lstStyle/>
        <a:p>
          <a:endParaRPr lang="en-US"/>
        </a:p>
      </dgm:t>
    </dgm:pt>
    <dgm:pt modelId="{662154A2-F580-4DF4-BF3D-BE935E384348}">
      <dgm:prSet phldrT="[Text]"/>
      <dgm:spPr/>
      <dgm:t>
        <a:bodyPr/>
        <a:lstStyle/>
        <a:p>
          <a:r>
            <a:rPr lang="en-US" dirty="0"/>
            <a:t>Microsoft Excel</a:t>
          </a:r>
        </a:p>
      </dgm:t>
    </dgm:pt>
    <dgm:pt modelId="{14B45F30-3AA1-4AF6-9CDB-EDFB5F47BD29}" type="parTrans" cxnId="{D9176D4D-61FF-4D1C-A21D-A41157ED7428}">
      <dgm:prSet/>
      <dgm:spPr/>
      <dgm:t>
        <a:bodyPr/>
        <a:lstStyle/>
        <a:p>
          <a:endParaRPr lang="en-US"/>
        </a:p>
      </dgm:t>
    </dgm:pt>
    <dgm:pt modelId="{0B394A14-30B6-420B-B298-190AEC3CABA0}" type="sibTrans" cxnId="{D9176D4D-61FF-4D1C-A21D-A41157ED7428}">
      <dgm:prSet/>
      <dgm:spPr/>
      <dgm:t>
        <a:bodyPr/>
        <a:lstStyle/>
        <a:p>
          <a:endParaRPr lang="en-US"/>
        </a:p>
      </dgm:t>
    </dgm:pt>
    <dgm:pt modelId="{578B9D53-86A3-4144-B52A-312CB482C443}">
      <dgm:prSet phldrT="[Text]"/>
      <dgm:spPr/>
      <dgm:t>
        <a:bodyPr/>
        <a:lstStyle/>
        <a:p>
          <a:r>
            <a:rPr lang="en-US" dirty="0"/>
            <a:t>.</a:t>
          </a:r>
          <a:r>
            <a:rPr lang="en-US" dirty="0" err="1"/>
            <a:t>xls</a:t>
          </a:r>
          <a:endParaRPr lang="en-US" dirty="0"/>
        </a:p>
      </dgm:t>
    </dgm:pt>
    <dgm:pt modelId="{08C7CF94-6654-42C5-AD85-BBCFB56AA1AA}" type="parTrans" cxnId="{1B3CB468-D693-498E-A231-8190CB35DDA4}">
      <dgm:prSet/>
      <dgm:spPr/>
      <dgm:t>
        <a:bodyPr/>
        <a:lstStyle/>
        <a:p>
          <a:endParaRPr lang="en-US"/>
        </a:p>
      </dgm:t>
    </dgm:pt>
    <dgm:pt modelId="{9CC7CE5C-E16A-4470-9227-183A7A3B37A7}" type="sibTrans" cxnId="{1B3CB468-D693-498E-A231-8190CB35DDA4}">
      <dgm:prSet/>
      <dgm:spPr/>
      <dgm:t>
        <a:bodyPr/>
        <a:lstStyle/>
        <a:p>
          <a:endParaRPr lang="en-US"/>
        </a:p>
      </dgm:t>
    </dgm:pt>
    <dgm:pt modelId="{B4F3686F-ECA9-4F1A-8723-5F63491A1FCA}">
      <dgm:prSet phldrT="[Text]"/>
      <dgm:spPr/>
      <dgm:t>
        <a:bodyPr/>
        <a:lstStyle/>
        <a:p>
          <a:r>
            <a:rPr lang="en-US" dirty="0"/>
            <a:t>.xlsx</a:t>
          </a:r>
        </a:p>
      </dgm:t>
    </dgm:pt>
    <dgm:pt modelId="{5DFDF918-E5F8-471D-8031-BC88D0EE85A6}" type="parTrans" cxnId="{E4882FB6-3961-478E-B208-7F3859B3466A}">
      <dgm:prSet/>
      <dgm:spPr/>
      <dgm:t>
        <a:bodyPr/>
        <a:lstStyle/>
        <a:p>
          <a:endParaRPr lang="en-US"/>
        </a:p>
      </dgm:t>
    </dgm:pt>
    <dgm:pt modelId="{491A068E-A603-495A-B8A8-46CF2AB4DCED}" type="sibTrans" cxnId="{E4882FB6-3961-478E-B208-7F3859B3466A}">
      <dgm:prSet/>
      <dgm:spPr/>
      <dgm:t>
        <a:bodyPr/>
        <a:lstStyle/>
        <a:p>
          <a:endParaRPr lang="en-US"/>
        </a:p>
      </dgm:t>
    </dgm:pt>
    <dgm:pt modelId="{A320D710-5B7D-4134-B0BF-7BC7C9019CE4}">
      <dgm:prSet phldrT="[Text]"/>
      <dgm:spPr/>
      <dgm:t>
        <a:bodyPr/>
        <a:lstStyle/>
        <a:p>
          <a:r>
            <a:rPr lang="en-US" dirty="0"/>
            <a:t>.docx</a:t>
          </a:r>
        </a:p>
      </dgm:t>
    </dgm:pt>
    <dgm:pt modelId="{8E1CE83E-B7D8-4DC3-AA95-29CA46983217}" type="sibTrans" cxnId="{34AE4B61-DD7B-4933-9071-1E17070A0A94}">
      <dgm:prSet/>
      <dgm:spPr/>
      <dgm:t>
        <a:bodyPr/>
        <a:lstStyle/>
        <a:p>
          <a:endParaRPr lang="en-US"/>
        </a:p>
      </dgm:t>
    </dgm:pt>
    <dgm:pt modelId="{716326A0-54F6-43A2-933A-EEFE3A18B12D}" type="parTrans" cxnId="{34AE4B61-DD7B-4933-9071-1E17070A0A94}">
      <dgm:prSet/>
      <dgm:spPr/>
      <dgm:t>
        <a:bodyPr/>
        <a:lstStyle/>
        <a:p>
          <a:endParaRPr lang="en-US"/>
        </a:p>
      </dgm:t>
    </dgm:pt>
    <dgm:pt modelId="{417AF8CE-B25B-4CB8-AFE0-2CD1FE726B2F}">
      <dgm:prSet/>
      <dgm:spPr/>
      <dgm:t>
        <a:bodyPr/>
        <a:lstStyle/>
        <a:p>
          <a:r>
            <a:rPr lang="en-US" dirty="0"/>
            <a:t>PowerPoint</a:t>
          </a:r>
        </a:p>
      </dgm:t>
    </dgm:pt>
    <dgm:pt modelId="{07257B5B-9F97-4A50-90EA-ECC5474BA3B8}" type="parTrans" cxnId="{CD7DFDAD-20E6-4624-B242-66B6D3D51703}">
      <dgm:prSet/>
      <dgm:spPr/>
      <dgm:t>
        <a:bodyPr/>
        <a:lstStyle/>
        <a:p>
          <a:endParaRPr lang="en-US"/>
        </a:p>
      </dgm:t>
    </dgm:pt>
    <dgm:pt modelId="{4B7211B8-4437-4663-9B43-A7D03F31754B}" type="sibTrans" cxnId="{CD7DFDAD-20E6-4624-B242-66B6D3D51703}">
      <dgm:prSet/>
      <dgm:spPr/>
      <dgm:t>
        <a:bodyPr/>
        <a:lstStyle/>
        <a:p>
          <a:endParaRPr lang="en-US"/>
        </a:p>
      </dgm:t>
    </dgm:pt>
    <dgm:pt modelId="{ACED358B-CF0E-4F97-B17F-592C4934066C}">
      <dgm:prSet/>
      <dgm:spPr/>
      <dgm:t>
        <a:bodyPr/>
        <a:lstStyle/>
        <a:p>
          <a:r>
            <a:rPr lang="en-US" dirty="0"/>
            <a:t>.ppt</a:t>
          </a:r>
        </a:p>
      </dgm:t>
    </dgm:pt>
    <dgm:pt modelId="{93FBFF4E-6805-4F23-B917-CB4CD8070E2F}" type="parTrans" cxnId="{ACAD64DC-E87E-430E-B216-D07386F776C7}">
      <dgm:prSet/>
      <dgm:spPr/>
      <dgm:t>
        <a:bodyPr/>
        <a:lstStyle/>
        <a:p>
          <a:endParaRPr lang="en-US"/>
        </a:p>
      </dgm:t>
    </dgm:pt>
    <dgm:pt modelId="{9479A362-937A-41BE-8443-1585070720A8}" type="sibTrans" cxnId="{ACAD64DC-E87E-430E-B216-D07386F776C7}">
      <dgm:prSet/>
      <dgm:spPr/>
      <dgm:t>
        <a:bodyPr/>
        <a:lstStyle/>
        <a:p>
          <a:endParaRPr lang="en-US"/>
        </a:p>
      </dgm:t>
    </dgm:pt>
    <dgm:pt modelId="{8DAADF16-31CC-454D-836E-AA928941AABA}">
      <dgm:prSet/>
      <dgm:spPr/>
      <dgm:t>
        <a:bodyPr/>
        <a:lstStyle/>
        <a:p>
          <a:r>
            <a:rPr lang="en-US" dirty="0"/>
            <a:t>.pptx</a:t>
          </a:r>
        </a:p>
      </dgm:t>
    </dgm:pt>
    <dgm:pt modelId="{DDA24BCF-62AF-48E3-9737-66F8B13945B3}" type="parTrans" cxnId="{CC60B022-481A-42C7-BF9B-ED3258165612}">
      <dgm:prSet/>
      <dgm:spPr/>
      <dgm:t>
        <a:bodyPr/>
        <a:lstStyle/>
        <a:p>
          <a:endParaRPr lang="en-US"/>
        </a:p>
      </dgm:t>
    </dgm:pt>
    <dgm:pt modelId="{29B23B9D-0949-48A1-A3D6-4F017D50645B}" type="sibTrans" cxnId="{CC60B022-481A-42C7-BF9B-ED3258165612}">
      <dgm:prSet/>
      <dgm:spPr/>
      <dgm:t>
        <a:bodyPr/>
        <a:lstStyle/>
        <a:p>
          <a:endParaRPr lang="en-US"/>
        </a:p>
      </dgm:t>
    </dgm:pt>
    <dgm:pt modelId="{614E791E-20DD-422E-9F73-329C7F8E88FC}">
      <dgm:prSet/>
      <dgm:spPr/>
      <dgm:t>
        <a:bodyPr/>
        <a:lstStyle/>
        <a:p>
          <a:r>
            <a:rPr lang="en-US" dirty="0"/>
            <a:t>PDF</a:t>
          </a:r>
        </a:p>
      </dgm:t>
    </dgm:pt>
    <dgm:pt modelId="{1605DF36-4566-4B88-8D9E-A0574DD8195F}" type="parTrans" cxnId="{01AA0BFC-8F09-498E-B3CE-EFE783C3CC7F}">
      <dgm:prSet/>
      <dgm:spPr/>
      <dgm:t>
        <a:bodyPr/>
        <a:lstStyle/>
        <a:p>
          <a:endParaRPr lang="en-US"/>
        </a:p>
      </dgm:t>
    </dgm:pt>
    <dgm:pt modelId="{EC99F223-7229-4967-98DA-68591742502B}" type="sibTrans" cxnId="{01AA0BFC-8F09-498E-B3CE-EFE783C3CC7F}">
      <dgm:prSet/>
      <dgm:spPr/>
      <dgm:t>
        <a:bodyPr/>
        <a:lstStyle/>
        <a:p>
          <a:endParaRPr lang="en-US"/>
        </a:p>
      </dgm:t>
    </dgm:pt>
    <dgm:pt modelId="{906B2068-D78A-4161-B177-A2D6F15F76A2}">
      <dgm:prSet/>
      <dgm:spPr/>
      <dgm:t>
        <a:bodyPr/>
        <a:lstStyle/>
        <a:p>
          <a:r>
            <a:rPr lang="en-US" dirty="0"/>
            <a:t>.pdf</a:t>
          </a:r>
        </a:p>
      </dgm:t>
    </dgm:pt>
    <dgm:pt modelId="{A55D25EA-28D2-42FA-9182-8FDBB4587839}" type="parTrans" cxnId="{CCBC2B75-D721-4CDA-A1ED-3360EB52D2C9}">
      <dgm:prSet/>
      <dgm:spPr/>
      <dgm:t>
        <a:bodyPr/>
        <a:lstStyle/>
        <a:p>
          <a:endParaRPr lang="en-US"/>
        </a:p>
      </dgm:t>
    </dgm:pt>
    <dgm:pt modelId="{4F7A66C1-58EE-4179-99C5-ED2ED05AC110}" type="sibTrans" cxnId="{CCBC2B75-D721-4CDA-A1ED-3360EB52D2C9}">
      <dgm:prSet/>
      <dgm:spPr/>
      <dgm:t>
        <a:bodyPr/>
        <a:lstStyle/>
        <a:p>
          <a:endParaRPr lang="en-US"/>
        </a:p>
      </dgm:t>
    </dgm:pt>
    <dgm:pt modelId="{FB4D076D-3B87-4EAE-88F2-705FB8096F34}" type="pres">
      <dgm:prSet presAssocID="{325A329F-619C-4082-BBC4-876B58312F8E}" presName="diagram" presStyleCnt="0">
        <dgm:presLayoutVars>
          <dgm:chPref val="1"/>
          <dgm:dir/>
          <dgm:animOne val="branch"/>
          <dgm:animLvl val="lvl"/>
          <dgm:resizeHandles/>
        </dgm:presLayoutVars>
      </dgm:prSet>
      <dgm:spPr/>
    </dgm:pt>
    <dgm:pt modelId="{AB69AAA3-91AD-4920-8A32-33F717971D96}" type="pres">
      <dgm:prSet presAssocID="{2ECE2C49-44FB-416A-B603-2CA44D3B85BB}" presName="root" presStyleCnt="0"/>
      <dgm:spPr/>
    </dgm:pt>
    <dgm:pt modelId="{121450F7-DFA0-4DBE-A27E-46197DAABBE9}" type="pres">
      <dgm:prSet presAssocID="{2ECE2C49-44FB-416A-B603-2CA44D3B85BB}" presName="rootComposite" presStyleCnt="0"/>
      <dgm:spPr/>
    </dgm:pt>
    <dgm:pt modelId="{260F0EC7-651F-4DC2-9E68-FA2A1A727766}" type="pres">
      <dgm:prSet presAssocID="{2ECE2C49-44FB-416A-B603-2CA44D3B85BB}" presName="rootText" presStyleLbl="node1" presStyleIdx="0" presStyleCnt="4"/>
      <dgm:spPr/>
    </dgm:pt>
    <dgm:pt modelId="{A268C641-FC09-4392-BC63-16319477DF6C}" type="pres">
      <dgm:prSet presAssocID="{2ECE2C49-44FB-416A-B603-2CA44D3B85BB}" presName="rootConnector" presStyleLbl="node1" presStyleIdx="0" presStyleCnt="4"/>
      <dgm:spPr/>
    </dgm:pt>
    <dgm:pt modelId="{A1CAF837-A66F-4162-827F-591FE2998C48}" type="pres">
      <dgm:prSet presAssocID="{2ECE2C49-44FB-416A-B603-2CA44D3B85BB}" presName="childShape" presStyleCnt="0"/>
      <dgm:spPr/>
    </dgm:pt>
    <dgm:pt modelId="{618F80D8-FC17-46C8-BDFB-CE6DD842D2C7}" type="pres">
      <dgm:prSet presAssocID="{00C6D2CF-D57A-4DF3-B59A-FB3875A1BE20}" presName="Name13" presStyleLbl="parChTrans1D2" presStyleIdx="0" presStyleCnt="7"/>
      <dgm:spPr/>
    </dgm:pt>
    <dgm:pt modelId="{644BDED6-71F3-4AD5-8339-D47DA5446D48}" type="pres">
      <dgm:prSet presAssocID="{9290F1CD-7CF8-4DE6-98D7-98B910E330C0}" presName="childText" presStyleLbl="bgAcc1" presStyleIdx="0" presStyleCnt="7">
        <dgm:presLayoutVars>
          <dgm:bulletEnabled val="1"/>
        </dgm:presLayoutVars>
      </dgm:prSet>
      <dgm:spPr/>
    </dgm:pt>
    <dgm:pt modelId="{069BA1D8-76D8-403A-92CE-7D9D50BBDF51}" type="pres">
      <dgm:prSet presAssocID="{716326A0-54F6-43A2-933A-EEFE3A18B12D}" presName="Name13" presStyleLbl="parChTrans1D2" presStyleIdx="1" presStyleCnt="7"/>
      <dgm:spPr/>
    </dgm:pt>
    <dgm:pt modelId="{9A5AD677-6F0A-4DF5-A4A2-EC7D88F8BFF1}" type="pres">
      <dgm:prSet presAssocID="{A320D710-5B7D-4134-B0BF-7BC7C9019CE4}" presName="childText" presStyleLbl="bgAcc1" presStyleIdx="1" presStyleCnt="7">
        <dgm:presLayoutVars>
          <dgm:bulletEnabled val="1"/>
        </dgm:presLayoutVars>
      </dgm:prSet>
      <dgm:spPr/>
    </dgm:pt>
    <dgm:pt modelId="{B8EE38BE-715A-473C-97D6-35A5F078B696}" type="pres">
      <dgm:prSet presAssocID="{662154A2-F580-4DF4-BF3D-BE935E384348}" presName="root" presStyleCnt="0"/>
      <dgm:spPr/>
    </dgm:pt>
    <dgm:pt modelId="{A7ABAB1A-33D3-408E-A532-F145465E8968}" type="pres">
      <dgm:prSet presAssocID="{662154A2-F580-4DF4-BF3D-BE935E384348}" presName="rootComposite" presStyleCnt="0"/>
      <dgm:spPr/>
    </dgm:pt>
    <dgm:pt modelId="{DC563A29-69AC-47A7-8B9F-C58DF8596C60}" type="pres">
      <dgm:prSet presAssocID="{662154A2-F580-4DF4-BF3D-BE935E384348}" presName="rootText" presStyleLbl="node1" presStyleIdx="1" presStyleCnt="4"/>
      <dgm:spPr/>
    </dgm:pt>
    <dgm:pt modelId="{87FEEFB1-A7AC-4210-9C69-5AD68B9797BF}" type="pres">
      <dgm:prSet presAssocID="{662154A2-F580-4DF4-BF3D-BE935E384348}" presName="rootConnector" presStyleLbl="node1" presStyleIdx="1" presStyleCnt="4"/>
      <dgm:spPr/>
    </dgm:pt>
    <dgm:pt modelId="{147764BC-CA95-4777-8177-4DF3BA454209}" type="pres">
      <dgm:prSet presAssocID="{662154A2-F580-4DF4-BF3D-BE935E384348}" presName="childShape" presStyleCnt="0"/>
      <dgm:spPr/>
    </dgm:pt>
    <dgm:pt modelId="{0FA6F433-4842-4F5C-B895-E1E57619DDAC}" type="pres">
      <dgm:prSet presAssocID="{08C7CF94-6654-42C5-AD85-BBCFB56AA1AA}" presName="Name13" presStyleLbl="parChTrans1D2" presStyleIdx="2" presStyleCnt="7"/>
      <dgm:spPr/>
    </dgm:pt>
    <dgm:pt modelId="{56C84A7D-6734-47B1-891C-B80DF52D0D0F}" type="pres">
      <dgm:prSet presAssocID="{578B9D53-86A3-4144-B52A-312CB482C443}" presName="childText" presStyleLbl="bgAcc1" presStyleIdx="2" presStyleCnt="7">
        <dgm:presLayoutVars>
          <dgm:bulletEnabled val="1"/>
        </dgm:presLayoutVars>
      </dgm:prSet>
      <dgm:spPr/>
    </dgm:pt>
    <dgm:pt modelId="{807B7BDE-3ADC-4F67-893E-6C4F58313D8F}" type="pres">
      <dgm:prSet presAssocID="{5DFDF918-E5F8-471D-8031-BC88D0EE85A6}" presName="Name13" presStyleLbl="parChTrans1D2" presStyleIdx="3" presStyleCnt="7"/>
      <dgm:spPr/>
    </dgm:pt>
    <dgm:pt modelId="{C3C47B43-6EAF-47FC-99EF-4A0D4ED857EE}" type="pres">
      <dgm:prSet presAssocID="{B4F3686F-ECA9-4F1A-8723-5F63491A1FCA}" presName="childText" presStyleLbl="bgAcc1" presStyleIdx="3" presStyleCnt="7">
        <dgm:presLayoutVars>
          <dgm:bulletEnabled val="1"/>
        </dgm:presLayoutVars>
      </dgm:prSet>
      <dgm:spPr/>
    </dgm:pt>
    <dgm:pt modelId="{C003E4F0-DA23-46B9-AFDF-5F53F642253A}" type="pres">
      <dgm:prSet presAssocID="{417AF8CE-B25B-4CB8-AFE0-2CD1FE726B2F}" presName="root" presStyleCnt="0"/>
      <dgm:spPr/>
    </dgm:pt>
    <dgm:pt modelId="{EFDDE67B-5FE0-43A3-912A-B5C8C1B4164C}" type="pres">
      <dgm:prSet presAssocID="{417AF8CE-B25B-4CB8-AFE0-2CD1FE726B2F}" presName="rootComposite" presStyleCnt="0"/>
      <dgm:spPr/>
    </dgm:pt>
    <dgm:pt modelId="{0D427D8B-4B96-4BF9-9FCF-33FB76EA01AD}" type="pres">
      <dgm:prSet presAssocID="{417AF8CE-B25B-4CB8-AFE0-2CD1FE726B2F}" presName="rootText" presStyleLbl="node1" presStyleIdx="2" presStyleCnt="4"/>
      <dgm:spPr/>
    </dgm:pt>
    <dgm:pt modelId="{00B494E7-8B7A-4096-ABDD-61B667A5041D}" type="pres">
      <dgm:prSet presAssocID="{417AF8CE-B25B-4CB8-AFE0-2CD1FE726B2F}" presName="rootConnector" presStyleLbl="node1" presStyleIdx="2" presStyleCnt="4"/>
      <dgm:spPr/>
    </dgm:pt>
    <dgm:pt modelId="{9147A557-9B15-42EC-9E2B-87A45B8AC553}" type="pres">
      <dgm:prSet presAssocID="{417AF8CE-B25B-4CB8-AFE0-2CD1FE726B2F}" presName="childShape" presStyleCnt="0"/>
      <dgm:spPr/>
    </dgm:pt>
    <dgm:pt modelId="{97DD87B9-30CC-4646-943E-ABB8CC28490F}" type="pres">
      <dgm:prSet presAssocID="{93FBFF4E-6805-4F23-B917-CB4CD8070E2F}" presName="Name13" presStyleLbl="parChTrans1D2" presStyleIdx="4" presStyleCnt="7"/>
      <dgm:spPr/>
    </dgm:pt>
    <dgm:pt modelId="{64608C49-77F0-47CE-9944-5249B050FAC0}" type="pres">
      <dgm:prSet presAssocID="{ACED358B-CF0E-4F97-B17F-592C4934066C}" presName="childText" presStyleLbl="bgAcc1" presStyleIdx="4" presStyleCnt="7">
        <dgm:presLayoutVars>
          <dgm:bulletEnabled val="1"/>
        </dgm:presLayoutVars>
      </dgm:prSet>
      <dgm:spPr/>
    </dgm:pt>
    <dgm:pt modelId="{0BD5A7A6-D556-4C12-B950-D4EDDE43DC3D}" type="pres">
      <dgm:prSet presAssocID="{DDA24BCF-62AF-48E3-9737-66F8B13945B3}" presName="Name13" presStyleLbl="parChTrans1D2" presStyleIdx="5" presStyleCnt="7"/>
      <dgm:spPr/>
    </dgm:pt>
    <dgm:pt modelId="{E33A0448-FE39-4066-97A7-826F71B7D96A}" type="pres">
      <dgm:prSet presAssocID="{8DAADF16-31CC-454D-836E-AA928941AABA}" presName="childText" presStyleLbl="bgAcc1" presStyleIdx="5" presStyleCnt="7">
        <dgm:presLayoutVars>
          <dgm:bulletEnabled val="1"/>
        </dgm:presLayoutVars>
      </dgm:prSet>
      <dgm:spPr/>
    </dgm:pt>
    <dgm:pt modelId="{0C1DA0F9-1A69-4267-8D9C-4335F734985A}" type="pres">
      <dgm:prSet presAssocID="{614E791E-20DD-422E-9F73-329C7F8E88FC}" presName="root" presStyleCnt="0"/>
      <dgm:spPr/>
    </dgm:pt>
    <dgm:pt modelId="{49376489-E4FF-4D32-B548-30112F1D6031}" type="pres">
      <dgm:prSet presAssocID="{614E791E-20DD-422E-9F73-329C7F8E88FC}" presName="rootComposite" presStyleCnt="0"/>
      <dgm:spPr/>
    </dgm:pt>
    <dgm:pt modelId="{87F4D3AE-086F-4247-AA94-B4CE948AACE8}" type="pres">
      <dgm:prSet presAssocID="{614E791E-20DD-422E-9F73-329C7F8E88FC}" presName="rootText" presStyleLbl="node1" presStyleIdx="3" presStyleCnt="4"/>
      <dgm:spPr/>
    </dgm:pt>
    <dgm:pt modelId="{9F166788-8823-4265-B651-15A1FCB96CDD}" type="pres">
      <dgm:prSet presAssocID="{614E791E-20DD-422E-9F73-329C7F8E88FC}" presName="rootConnector" presStyleLbl="node1" presStyleIdx="3" presStyleCnt="4"/>
      <dgm:spPr/>
    </dgm:pt>
    <dgm:pt modelId="{910383BD-BCE3-4D4A-A580-C673008F9C42}" type="pres">
      <dgm:prSet presAssocID="{614E791E-20DD-422E-9F73-329C7F8E88FC}" presName="childShape" presStyleCnt="0"/>
      <dgm:spPr/>
    </dgm:pt>
    <dgm:pt modelId="{EAE3A32A-2D9A-4487-A22D-07CF6F5712CB}" type="pres">
      <dgm:prSet presAssocID="{A55D25EA-28D2-42FA-9182-8FDBB4587839}" presName="Name13" presStyleLbl="parChTrans1D2" presStyleIdx="6" presStyleCnt="7"/>
      <dgm:spPr/>
    </dgm:pt>
    <dgm:pt modelId="{3B20FDDE-EDBE-4E8F-BF2D-7BC36A4B6637}" type="pres">
      <dgm:prSet presAssocID="{906B2068-D78A-4161-B177-A2D6F15F76A2}" presName="childText" presStyleLbl="bgAcc1" presStyleIdx="6" presStyleCnt="7">
        <dgm:presLayoutVars>
          <dgm:bulletEnabled val="1"/>
        </dgm:presLayoutVars>
      </dgm:prSet>
      <dgm:spPr/>
    </dgm:pt>
  </dgm:ptLst>
  <dgm:cxnLst>
    <dgm:cxn modelId="{10CABA01-8B2B-4B91-8D42-DF7BACE8B55F}" type="presOf" srcId="{5DFDF918-E5F8-471D-8031-BC88D0EE85A6}" destId="{807B7BDE-3ADC-4F67-893E-6C4F58313D8F}" srcOrd="0" destOrd="0" presId="urn:microsoft.com/office/officeart/2005/8/layout/hierarchy3"/>
    <dgm:cxn modelId="{CC60B022-481A-42C7-BF9B-ED3258165612}" srcId="{417AF8CE-B25B-4CB8-AFE0-2CD1FE726B2F}" destId="{8DAADF16-31CC-454D-836E-AA928941AABA}" srcOrd="1" destOrd="0" parTransId="{DDA24BCF-62AF-48E3-9737-66F8B13945B3}" sibTransId="{29B23B9D-0949-48A1-A3D6-4F017D50645B}"/>
    <dgm:cxn modelId="{DAB9FA22-CC8F-478E-856B-CABAC2CD99E2}" type="presOf" srcId="{662154A2-F580-4DF4-BF3D-BE935E384348}" destId="{87FEEFB1-A7AC-4210-9C69-5AD68B9797BF}" srcOrd="1" destOrd="0" presId="urn:microsoft.com/office/officeart/2005/8/layout/hierarchy3"/>
    <dgm:cxn modelId="{0BE2C13B-FECF-4E70-B534-D58395045422}" type="presOf" srcId="{8DAADF16-31CC-454D-836E-AA928941AABA}" destId="{E33A0448-FE39-4066-97A7-826F71B7D96A}" srcOrd="0" destOrd="0" presId="urn:microsoft.com/office/officeart/2005/8/layout/hierarchy3"/>
    <dgm:cxn modelId="{D7B7743D-D759-4917-BFD9-7CF5E9CAC350}" type="presOf" srcId="{578B9D53-86A3-4144-B52A-312CB482C443}" destId="{56C84A7D-6734-47B1-891C-B80DF52D0D0F}" srcOrd="0" destOrd="0" presId="urn:microsoft.com/office/officeart/2005/8/layout/hierarchy3"/>
    <dgm:cxn modelId="{F9C29B5E-44A6-4F1B-8C8C-706CFBA17A47}" type="presOf" srcId="{93FBFF4E-6805-4F23-B917-CB4CD8070E2F}" destId="{97DD87B9-30CC-4646-943E-ABB8CC28490F}" srcOrd="0" destOrd="0" presId="urn:microsoft.com/office/officeart/2005/8/layout/hierarchy3"/>
    <dgm:cxn modelId="{34AE4B61-DD7B-4933-9071-1E17070A0A94}" srcId="{2ECE2C49-44FB-416A-B603-2CA44D3B85BB}" destId="{A320D710-5B7D-4134-B0BF-7BC7C9019CE4}" srcOrd="1" destOrd="0" parTransId="{716326A0-54F6-43A2-933A-EEFE3A18B12D}" sibTransId="{8E1CE83E-B7D8-4DC3-AA95-29CA46983217}"/>
    <dgm:cxn modelId="{2E2F0D63-3A97-475E-B21B-C5C575EAA000}" srcId="{2ECE2C49-44FB-416A-B603-2CA44D3B85BB}" destId="{9290F1CD-7CF8-4DE6-98D7-98B910E330C0}" srcOrd="0" destOrd="0" parTransId="{00C6D2CF-D57A-4DF3-B59A-FB3875A1BE20}" sibTransId="{847FAB18-A0C2-4642-AF40-5FC1B7169A13}"/>
    <dgm:cxn modelId="{FFABF764-8A7C-451C-8AD1-407600DBEE29}" type="presOf" srcId="{417AF8CE-B25B-4CB8-AFE0-2CD1FE726B2F}" destId="{0D427D8B-4B96-4BF9-9FCF-33FB76EA01AD}" srcOrd="0" destOrd="0" presId="urn:microsoft.com/office/officeart/2005/8/layout/hierarchy3"/>
    <dgm:cxn modelId="{52DC7745-D3D0-4625-907E-78E608468B70}" type="presOf" srcId="{2ECE2C49-44FB-416A-B603-2CA44D3B85BB}" destId="{A268C641-FC09-4392-BC63-16319477DF6C}" srcOrd="1" destOrd="0" presId="urn:microsoft.com/office/officeart/2005/8/layout/hierarchy3"/>
    <dgm:cxn modelId="{E3B57367-63FC-4E6F-A9C9-ACD2E45B7B08}" type="presOf" srcId="{00C6D2CF-D57A-4DF3-B59A-FB3875A1BE20}" destId="{618F80D8-FC17-46C8-BDFB-CE6DD842D2C7}" srcOrd="0" destOrd="0" presId="urn:microsoft.com/office/officeart/2005/8/layout/hierarchy3"/>
    <dgm:cxn modelId="{1B3CB468-D693-498E-A231-8190CB35DDA4}" srcId="{662154A2-F580-4DF4-BF3D-BE935E384348}" destId="{578B9D53-86A3-4144-B52A-312CB482C443}" srcOrd="0" destOrd="0" parTransId="{08C7CF94-6654-42C5-AD85-BBCFB56AA1AA}" sibTransId="{9CC7CE5C-E16A-4470-9227-183A7A3B37A7}"/>
    <dgm:cxn modelId="{7C13206A-F812-4BC6-BD5D-12F06F189D2C}" type="presOf" srcId="{906B2068-D78A-4161-B177-A2D6F15F76A2}" destId="{3B20FDDE-EDBE-4E8F-BF2D-7BC36A4B6637}" srcOrd="0" destOrd="0" presId="urn:microsoft.com/office/officeart/2005/8/layout/hierarchy3"/>
    <dgm:cxn modelId="{D9176D4D-61FF-4D1C-A21D-A41157ED7428}" srcId="{325A329F-619C-4082-BBC4-876B58312F8E}" destId="{662154A2-F580-4DF4-BF3D-BE935E384348}" srcOrd="1" destOrd="0" parTransId="{14B45F30-3AA1-4AF6-9CDB-EDFB5F47BD29}" sibTransId="{0B394A14-30B6-420B-B298-190AEC3CABA0}"/>
    <dgm:cxn modelId="{CCBC2B75-D721-4CDA-A1ED-3360EB52D2C9}" srcId="{614E791E-20DD-422E-9F73-329C7F8E88FC}" destId="{906B2068-D78A-4161-B177-A2D6F15F76A2}" srcOrd="0" destOrd="0" parTransId="{A55D25EA-28D2-42FA-9182-8FDBB4587839}" sibTransId="{4F7A66C1-58EE-4179-99C5-ED2ED05AC110}"/>
    <dgm:cxn modelId="{16D48A55-A635-4605-A096-2EC788681D31}" type="presOf" srcId="{614E791E-20DD-422E-9F73-329C7F8E88FC}" destId="{9F166788-8823-4265-B651-15A1FCB96CDD}" srcOrd="1" destOrd="0" presId="urn:microsoft.com/office/officeart/2005/8/layout/hierarchy3"/>
    <dgm:cxn modelId="{034AD156-0291-48C3-B7D7-B998784943F6}" type="presOf" srcId="{325A329F-619C-4082-BBC4-876B58312F8E}" destId="{FB4D076D-3B87-4EAE-88F2-705FB8096F34}" srcOrd="0" destOrd="0" presId="urn:microsoft.com/office/officeart/2005/8/layout/hierarchy3"/>
    <dgm:cxn modelId="{B59B8187-7D70-4C79-A775-F1D355D205D6}" type="presOf" srcId="{08C7CF94-6654-42C5-AD85-BBCFB56AA1AA}" destId="{0FA6F433-4842-4F5C-B895-E1E57619DDAC}" srcOrd="0" destOrd="0" presId="urn:microsoft.com/office/officeart/2005/8/layout/hierarchy3"/>
    <dgm:cxn modelId="{71F06B8F-BDD6-4A9E-B417-7DF31DE9ED9D}" type="presOf" srcId="{A320D710-5B7D-4134-B0BF-7BC7C9019CE4}" destId="{9A5AD677-6F0A-4DF5-A4A2-EC7D88F8BFF1}" srcOrd="0" destOrd="0" presId="urn:microsoft.com/office/officeart/2005/8/layout/hierarchy3"/>
    <dgm:cxn modelId="{057DA191-5B41-42DC-B305-E8168B521A23}" type="presOf" srcId="{417AF8CE-B25B-4CB8-AFE0-2CD1FE726B2F}" destId="{00B494E7-8B7A-4096-ABDD-61B667A5041D}" srcOrd="1" destOrd="0" presId="urn:microsoft.com/office/officeart/2005/8/layout/hierarchy3"/>
    <dgm:cxn modelId="{E3ABAC91-4BB5-42C1-A525-31DF553D3B0B}" type="presOf" srcId="{9290F1CD-7CF8-4DE6-98D7-98B910E330C0}" destId="{644BDED6-71F3-4AD5-8339-D47DA5446D48}" srcOrd="0" destOrd="0" presId="urn:microsoft.com/office/officeart/2005/8/layout/hierarchy3"/>
    <dgm:cxn modelId="{50765297-AD96-4701-9222-09C17537E8D0}" type="presOf" srcId="{2ECE2C49-44FB-416A-B603-2CA44D3B85BB}" destId="{260F0EC7-651F-4DC2-9E68-FA2A1A727766}" srcOrd="0" destOrd="0" presId="urn:microsoft.com/office/officeart/2005/8/layout/hierarchy3"/>
    <dgm:cxn modelId="{56647CA8-C4D8-43C6-8D19-E3E7DADF9A45}" srcId="{325A329F-619C-4082-BBC4-876B58312F8E}" destId="{2ECE2C49-44FB-416A-B603-2CA44D3B85BB}" srcOrd="0" destOrd="0" parTransId="{39AC28C3-B9A3-48C1-99A7-10FCF7B45207}" sibTransId="{3DFF61B0-D202-4815-95E3-5E6FB6E1A553}"/>
    <dgm:cxn modelId="{CD7DFDAD-20E6-4624-B242-66B6D3D51703}" srcId="{325A329F-619C-4082-BBC4-876B58312F8E}" destId="{417AF8CE-B25B-4CB8-AFE0-2CD1FE726B2F}" srcOrd="2" destOrd="0" parTransId="{07257B5B-9F97-4A50-90EA-ECC5474BA3B8}" sibTransId="{4B7211B8-4437-4663-9B43-A7D03F31754B}"/>
    <dgm:cxn modelId="{E4882FB6-3961-478E-B208-7F3859B3466A}" srcId="{662154A2-F580-4DF4-BF3D-BE935E384348}" destId="{B4F3686F-ECA9-4F1A-8723-5F63491A1FCA}" srcOrd="1" destOrd="0" parTransId="{5DFDF918-E5F8-471D-8031-BC88D0EE85A6}" sibTransId="{491A068E-A603-495A-B8A8-46CF2AB4DCED}"/>
    <dgm:cxn modelId="{31DC16BE-3B35-4CBE-97FD-662440E99CAE}" type="presOf" srcId="{ACED358B-CF0E-4F97-B17F-592C4934066C}" destId="{64608C49-77F0-47CE-9944-5249B050FAC0}" srcOrd="0" destOrd="0" presId="urn:microsoft.com/office/officeart/2005/8/layout/hierarchy3"/>
    <dgm:cxn modelId="{8D0F93DB-B85F-4AF0-B22C-6CF54E14B5F8}" type="presOf" srcId="{662154A2-F580-4DF4-BF3D-BE935E384348}" destId="{DC563A29-69AC-47A7-8B9F-C58DF8596C60}" srcOrd="0" destOrd="0" presId="urn:microsoft.com/office/officeart/2005/8/layout/hierarchy3"/>
    <dgm:cxn modelId="{ACAD64DC-E87E-430E-B216-D07386F776C7}" srcId="{417AF8CE-B25B-4CB8-AFE0-2CD1FE726B2F}" destId="{ACED358B-CF0E-4F97-B17F-592C4934066C}" srcOrd="0" destOrd="0" parTransId="{93FBFF4E-6805-4F23-B917-CB4CD8070E2F}" sibTransId="{9479A362-937A-41BE-8443-1585070720A8}"/>
    <dgm:cxn modelId="{0F857DDD-9193-4B95-8FF5-947AD876B871}" type="presOf" srcId="{614E791E-20DD-422E-9F73-329C7F8E88FC}" destId="{87F4D3AE-086F-4247-AA94-B4CE948AACE8}" srcOrd="0" destOrd="0" presId="urn:microsoft.com/office/officeart/2005/8/layout/hierarchy3"/>
    <dgm:cxn modelId="{1B746FE3-46C6-4612-AC2F-F1BBA9BCEE5F}" type="presOf" srcId="{A55D25EA-28D2-42FA-9182-8FDBB4587839}" destId="{EAE3A32A-2D9A-4487-A22D-07CF6F5712CB}" srcOrd="0" destOrd="0" presId="urn:microsoft.com/office/officeart/2005/8/layout/hierarchy3"/>
    <dgm:cxn modelId="{F7F0E3E9-AB92-408C-8C95-3ACA0186272E}" type="presOf" srcId="{DDA24BCF-62AF-48E3-9737-66F8B13945B3}" destId="{0BD5A7A6-D556-4C12-B950-D4EDDE43DC3D}" srcOrd="0" destOrd="0" presId="urn:microsoft.com/office/officeart/2005/8/layout/hierarchy3"/>
    <dgm:cxn modelId="{D55CEEE9-5F6F-4EC7-9A20-7A52F42BBE6F}" type="presOf" srcId="{B4F3686F-ECA9-4F1A-8723-5F63491A1FCA}" destId="{C3C47B43-6EAF-47FC-99EF-4A0D4ED857EE}" srcOrd="0" destOrd="0" presId="urn:microsoft.com/office/officeart/2005/8/layout/hierarchy3"/>
    <dgm:cxn modelId="{4D9713F6-A2DD-458B-A9F7-0577F092259C}" type="presOf" srcId="{716326A0-54F6-43A2-933A-EEFE3A18B12D}" destId="{069BA1D8-76D8-403A-92CE-7D9D50BBDF51}" srcOrd="0" destOrd="0" presId="urn:microsoft.com/office/officeart/2005/8/layout/hierarchy3"/>
    <dgm:cxn modelId="{01AA0BFC-8F09-498E-B3CE-EFE783C3CC7F}" srcId="{325A329F-619C-4082-BBC4-876B58312F8E}" destId="{614E791E-20DD-422E-9F73-329C7F8E88FC}" srcOrd="3" destOrd="0" parTransId="{1605DF36-4566-4B88-8D9E-A0574DD8195F}" sibTransId="{EC99F223-7229-4967-98DA-68591742502B}"/>
    <dgm:cxn modelId="{5980C215-6F33-4964-AD6A-3F69B2A7F90A}" type="presParOf" srcId="{FB4D076D-3B87-4EAE-88F2-705FB8096F34}" destId="{AB69AAA3-91AD-4920-8A32-33F717971D96}" srcOrd="0" destOrd="0" presId="urn:microsoft.com/office/officeart/2005/8/layout/hierarchy3"/>
    <dgm:cxn modelId="{742650C9-1FB1-43EC-ADBF-5A76F8182C89}" type="presParOf" srcId="{AB69AAA3-91AD-4920-8A32-33F717971D96}" destId="{121450F7-DFA0-4DBE-A27E-46197DAABBE9}" srcOrd="0" destOrd="0" presId="urn:microsoft.com/office/officeart/2005/8/layout/hierarchy3"/>
    <dgm:cxn modelId="{6961B94A-3974-4C80-909A-1BF943C7A751}" type="presParOf" srcId="{121450F7-DFA0-4DBE-A27E-46197DAABBE9}" destId="{260F0EC7-651F-4DC2-9E68-FA2A1A727766}" srcOrd="0" destOrd="0" presId="urn:microsoft.com/office/officeart/2005/8/layout/hierarchy3"/>
    <dgm:cxn modelId="{E3E804FB-AC7E-4764-8729-03E458BCE646}" type="presParOf" srcId="{121450F7-DFA0-4DBE-A27E-46197DAABBE9}" destId="{A268C641-FC09-4392-BC63-16319477DF6C}" srcOrd="1" destOrd="0" presId="urn:microsoft.com/office/officeart/2005/8/layout/hierarchy3"/>
    <dgm:cxn modelId="{B6B7EA6D-1AD3-4757-A582-FA7A4C28EC5A}" type="presParOf" srcId="{AB69AAA3-91AD-4920-8A32-33F717971D96}" destId="{A1CAF837-A66F-4162-827F-591FE2998C48}" srcOrd="1" destOrd="0" presId="urn:microsoft.com/office/officeart/2005/8/layout/hierarchy3"/>
    <dgm:cxn modelId="{105B6B2A-1512-4531-A206-079A243F453D}" type="presParOf" srcId="{A1CAF837-A66F-4162-827F-591FE2998C48}" destId="{618F80D8-FC17-46C8-BDFB-CE6DD842D2C7}" srcOrd="0" destOrd="0" presId="urn:microsoft.com/office/officeart/2005/8/layout/hierarchy3"/>
    <dgm:cxn modelId="{658D915E-9FC6-4F63-A4A4-2EEDBDD67A92}" type="presParOf" srcId="{A1CAF837-A66F-4162-827F-591FE2998C48}" destId="{644BDED6-71F3-4AD5-8339-D47DA5446D48}" srcOrd="1" destOrd="0" presId="urn:microsoft.com/office/officeart/2005/8/layout/hierarchy3"/>
    <dgm:cxn modelId="{25E7EC5B-4784-486B-9AAA-2FB0F727BDE3}" type="presParOf" srcId="{A1CAF837-A66F-4162-827F-591FE2998C48}" destId="{069BA1D8-76D8-403A-92CE-7D9D50BBDF51}" srcOrd="2" destOrd="0" presId="urn:microsoft.com/office/officeart/2005/8/layout/hierarchy3"/>
    <dgm:cxn modelId="{96FE762D-75E7-4B08-80A4-7CB0F152E140}" type="presParOf" srcId="{A1CAF837-A66F-4162-827F-591FE2998C48}" destId="{9A5AD677-6F0A-4DF5-A4A2-EC7D88F8BFF1}" srcOrd="3" destOrd="0" presId="urn:microsoft.com/office/officeart/2005/8/layout/hierarchy3"/>
    <dgm:cxn modelId="{CF43713D-1AAC-40F0-B14B-E750E890D8D4}" type="presParOf" srcId="{FB4D076D-3B87-4EAE-88F2-705FB8096F34}" destId="{B8EE38BE-715A-473C-97D6-35A5F078B696}" srcOrd="1" destOrd="0" presId="urn:microsoft.com/office/officeart/2005/8/layout/hierarchy3"/>
    <dgm:cxn modelId="{2859566B-A9F8-4DC9-9098-A7DB89210BE9}" type="presParOf" srcId="{B8EE38BE-715A-473C-97D6-35A5F078B696}" destId="{A7ABAB1A-33D3-408E-A532-F145465E8968}" srcOrd="0" destOrd="0" presId="urn:microsoft.com/office/officeart/2005/8/layout/hierarchy3"/>
    <dgm:cxn modelId="{3FD31AD6-A1F5-4302-9530-5164247A1405}" type="presParOf" srcId="{A7ABAB1A-33D3-408E-A532-F145465E8968}" destId="{DC563A29-69AC-47A7-8B9F-C58DF8596C60}" srcOrd="0" destOrd="0" presId="urn:microsoft.com/office/officeart/2005/8/layout/hierarchy3"/>
    <dgm:cxn modelId="{5787E1E8-E66D-4DF5-814C-543AC3103EBA}" type="presParOf" srcId="{A7ABAB1A-33D3-408E-A532-F145465E8968}" destId="{87FEEFB1-A7AC-4210-9C69-5AD68B9797BF}" srcOrd="1" destOrd="0" presId="urn:microsoft.com/office/officeart/2005/8/layout/hierarchy3"/>
    <dgm:cxn modelId="{4E1C1B8E-B0C1-499C-ABA7-BD885564D3BD}" type="presParOf" srcId="{B8EE38BE-715A-473C-97D6-35A5F078B696}" destId="{147764BC-CA95-4777-8177-4DF3BA454209}" srcOrd="1" destOrd="0" presId="urn:microsoft.com/office/officeart/2005/8/layout/hierarchy3"/>
    <dgm:cxn modelId="{3348436F-AD74-4B8A-AA01-780D77325475}" type="presParOf" srcId="{147764BC-CA95-4777-8177-4DF3BA454209}" destId="{0FA6F433-4842-4F5C-B895-E1E57619DDAC}" srcOrd="0" destOrd="0" presId="urn:microsoft.com/office/officeart/2005/8/layout/hierarchy3"/>
    <dgm:cxn modelId="{D4A68CDA-090D-4AFC-8697-1D102855AD16}" type="presParOf" srcId="{147764BC-CA95-4777-8177-4DF3BA454209}" destId="{56C84A7D-6734-47B1-891C-B80DF52D0D0F}" srcOrd="1" destOrd="0" presId="urn:microsoft.com/office/officeart/2005/8/layout/hierarchy3"/>
    <dgm:cxn modelId="{9280B801-830E-4977-A796-5A465933E5D5}" type="presParOf" srcId="{147764BC-CA95-4777-8177-4DF3BA454209}" destId="{807B7BDE-3ADC-4F67-893E-6C4F58313D8F}" srcOrd="2" destOrd="0" presId="urn:microsoft.com/office/officeart/2005/8/layout/hierarchy3"/>
    <dgm:cxn modelId="{2B19B657-0D25-4AF4-8C6C-B6273092A25A}" type="presParOf" srcId="{147764BC-CA95-4777-8177-4DF3BA454209}" destId="{C3C47B43-6EAF-47FC-99EF-4A0D4ED857EE}" srcOrd="3" destOrd="0" presId="urn:microsoft.com/office/officeart/2005/8/layout/hierarchy3"/>
    <dgm:cxn modelId="{F6D7373C-371E-4A6E-9E2A-22ED1DDD355D}" type="presParOf" srcId="{FB4D076D-3B87-4EAE-88F2-705FB8096F34}" destId="{C003E4F0-DA23-46B9-AFDF-5F53F642253A}" srcOrd="2" destOrd="0" presId="urn:microsoft.com/office/officeart/2005/8/layout/hierarchy3"/>
    <dgm:cxn modelId="{E47360CB-87F2-404B-8DC2-7214670EBE61}" type="presParOf" srcId="{C003E4F0-DA23-46B9-AFDF-5F53F642253A}" destId="{EFDDE67B-5FE0-43A3-912A-B5C8C1B4164C}" srcOrd="0" destOrd="0" presId="urn:microsoft.com/office/officeart/2005/8/layout/hierarchy3"/>
    <dgm:cxn modelId="{EE1E6945-F45B-4460-B2B8-8F183F4CEE0E}" type="presParOf" srcId="{EFDDE67B-5FE0-43A3-912A-B5C8C1B4164C}" destId="{0D427D8B-4B96-4BF9-9FCF-33FB76EA01AD}" srcOrd="0" destOrd="0" presId="urn:microsoft.com/office/officeart/2005/8/layout/hierarchy3"/>
    <dgm:cxn modelId="{127FCA56-6A0B-4AD4-B868-C9C1FC8745CD}" type="presParOf" srcId="{EFDDE67B-5FE0-43A3-912A-B5C8C1B4164C}" destId="{00B494E7-8B7A-4096-ABDD-61B667A5041D}" srcOrd="1" destOrd="0" presId="urn:microsoft.com/office/officeart/2005/8/layout/hierarchy3"/>
    <dgm:cxn modelId="{BCCB56CC-744C-4C32-AC25-7BF8D2DEF74A}" type="presParOf" srcId="{C003E4F0-DA23-46B9-AFDF-5F53F642253A}" destId="{9147A557-9B15-42EC-9E2B-87A45B8AC553}" srcOrd="1" destOrd="0" presId="urn:microsoft.com/office/officeart/2005/8/layout/hierarchy3"/>
    <dgm:cxn modelId="{FDBEA07B-F1D7-4B50-B56D-29A2CEB9B67C}" type="presParOf" srcId="{9147A557-9B15-42EC-9E2B-87A45B8AC553}" destId="{97DD87B9-30CC-4646-943E-ABB8CC28490F}" srcOrd="0" destOrd="0" presId="urn:microsoft.com/office/officeart/2005/8/layout/hierarchy3"/>
    <dgm:cxn modelId="{4E5AE307-1A21-48DE-9C16-8DC9BEA15675}" type="presParOf" srcId="{9147A557-9B15-42EC-9E2B-87A45B8AC553}" destId="{64608C49-77F0-47CE-9944-5249B050FAC0}" srcOrd="1" destOrd="0" presId="urn:microsoft.com/office/officeart/2005/8/layout/hierarchy3"/>
    <dgm:cxn modelId="{0E58AC23-B2C0-47EC-B417-63C69D2059F6}" type="presParOf" srcId="{9147A557-9B15-42EC-9E2B-87A45B8AC553}" destId="{0BD5A7A6-D556-4C12-B950-D4EDDE43DC3D}" srcOrd="2" destOrd="0" presId="urn:microsoft.com/office/officeart/2005/8/layout/hierarchy3"/>
    <dgm:cxn modelId="{3AD46179-09B2-46F5-85AE-A5536CE52804}" type="presParOf" srcId="{9147A557-9B15-42EC-9E2B-87A45B8AC553}" destId="{E33A0448-FE39-4066-97A7-826F71B7D96A}" srcOrd="3" destOrd="0" presId="urn:microsoft.com/office/officeart/2005/8/layout/hierarchy3"/>
    <dgm:cxn modelId="{6E7D4421-2CB7-46DD-920D-4C91C21D9D5D}" type="presParOf" srcId="{FB4D076D-3B87-4EAE-88F2-705FB8096F34}" destId="{0C1DA0F9-1A69-4267-8D9C-4335F734985A}" srcOrd="3" destOrd="0" presId="urn:microsoft.com/office/officeart/2005/8/layout/hierarchy3"/>
    <dgm:cxn modelId="{E23FCBC3-350B-49A7-B4B7-9E3DFEC6158D}" type="presParOf" srcId="{0C1DA0F9-1A69-4267-8D9C-4335F734985A}" destId="{49376489-E4FF-4D32-B548-30112F1D6031}" srcOrd="0" destOrd="0" presId="urn:microsoft.com/office/officeart/2005/8/layout/hierarchy3"/>
    <dgm:cxn modelId="{B07BE157-CDDA-48F0-9F20-10CC37F15730}" type="presParOf" srcId="{49376489-E4FF-4D32-B548-30112F1D6031}" destId="{87F4D3AE-086F-4247-AA94-B4CE948AACE8}" srcOrd="0" destOrd="0" presId="urn:microsoft.com/office/officeart/2005/8/layout/hierarchy3"/>
    <dgm:cxn modelId="{58D24678-B029-491D-B138-438B27EF68C4}" type="presParOf" srcId="{49376489-E4FF-4D32-B548-30112F1D6031}" destId="{9F166788-8823-4265-B651-15A1FCB96CDD}" srcOrd="1" destOrd="0" presId="urn:microsoft.com/office/officeart/2005/8/layout/hierarchy3"/>
    <dgm:cxn modelId="{2C763353-A9CF-4C6A-A868-77D52621A9F7}" type="presParOf" srcId="{0C1DA0F9-1A69-4267-8D9C-4335F734985A}" destId="{910383BD-BCE3-4D4A-A580-C673008F9C42}" srcOrd="1" destOrd="0" presId="urn:microsoft.com/office/officeart/2005/8/layout/hierarchy3"/>
    <dgm:cxn modelId="{2176BB1D-0807-4D59-9368-4E18507363A1}" type="presParOf" srcId="{910383BD-BCE3-4D4A-A580-C673008F9C42}" destId="{EAE3A32A-2D9A-4487-A22D-07CF6F5712CB}" srcOrd="0" destOrd="0" presId="urn:microsoft.com/office/officeart/2005/8/layout/hierarchy3"/>
    <dgm:cxn modelId="{23720B86-227E-4C41-98B0-345AB9EC8398}" type="presParOf" srcId="{910383BD-BCE3-4D4A-A580-C673008F9C42}" destId="{3B20FDDE-EDBE-4E8F-BF2D-7BC36A4B663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25A329F-619C-4082-BBC4-876B58312F8E}"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2ECE2C49-44FB-416A-B603-2CA44D3B85BB}">
      <dgm:prSet phldrT="[Text]"/>
      <dgm:spPr/>
      <dgm:t>
        <a:bodyPr/>
        <a:lstStyle/>
        <a:p>
          <a:r>
            <a:rPr lang="en-US" dirty="0"/>
            <a:t>Executable</a:t>
          </a:r>
        </a:p>
      </dgm:t>
    </dgm:pt>
    <dgm:pt modelId="{39AC28C3-B9A3-48C1-99A7-10FCF7B45207}" type="parTrans" cxnId="{56647CA8-C4D8-43C6-8D19-E3E7DADF9A45}">
      <dgm:prSet/>
      <dgm:spPr/>
      <dgm:t>
        <a:bodyPr/>
        <a:lstStyle/>
        <a:p>
          <a:endParaRPr lang="en-US"/>
        </a:p>
      </dgm:t>
    </dgm:pt>
    <dgm:pt modelId="{3DFF61B0-D202-4815-95E3-5E6FB6E1A553}" type="sibTrans" cxnId="{56647CA8-C4D8-43C6-8D19-E3E7DADF9A45}">
      <dgm:prSet/>
      <dgm:spPr/>
      <dgm:t>
        <a:bodyPr/>
        <a:lstStyle/>
        <a:p>
          <a:endParaRPr lang="en-US"/>
        </a:p>
      </dgm:t>
    </dgm:pt>
    <dgm:pt modelId="{9290F1CD-7CF8-4DE6-98D7-98B910E330C0}">
      <dgm:prSet phldrT="[Text]"/>
      <dgm:spPr/>
      <dgm:t>
        <a:bodyPr/>
        <a:lstStyle/>
        <a:p>
          <a:r>
            <a:rPr lang="en-US" dirty="0"/>
            <a:t>.exe</a:t>
          </a:r>
        </a:p>
      </dgm:t>
    </dgm:pt>
    <dgm:pt modelId="{00C6D2CF-D57A-4DF3-B59A-FB3875A1BE20}" type="parTrans" cxnId="{2E2F0D63-3A97-475E-B21B-C5C575EAA000}">
      <dgm:prSet/>
      <dgm:spPr/>
      <dgm:t>
        <a:bodyPr/>
        <a:lstStyle/>
        <a:p>
          <a:endParaRPr lang="en-US"/>
        </a:p>
      </dgm:t>
    </dgm:pt>
    <dgm:pt modelId="{847FAB18-A0C2-4642-AF40-5FC1B7169A13}" type="sibTrans" cxnId="{2E2F0D63-3A97-475E-B21B-C5C575EAA000}">
      <dgm:prSet/>
      <dgm:spPr/>
      <dgm:t>
        <a:bodyPr/>
        <a:lstStyle/>
        <a:p>
          <a:endParaRPr lang="en-US"/>
        </a:p>
      </dgm:t>
    </dgm:pt>
    <dgm:pt modelId="{662154A2-F580-4DF4-BF3D-BE935E384348}">
      <dgm:prSet phldrT="[Text]"/>
      <dgm:spPr/>
      <dgm:t>
        <a:bodyPr/>
        <a:lstStyle/>
        <a:p>
          <a:r>
            <a:rPr lang="en-US" dirty="0"/>
            <a:t>Windows Scripts</a:t>
          </a:r>
        </a:p>
      </dgm:t>
    </dgm:pt>
    <dgm:pt modelId="{14B45F30-3AA1-4AF6-9CDB-EDFB5F47BD29}" type="parTrans" cxnId="{D9176D4D-61FF-4D1C-A21D-A41157ED7428}">
      <dgm:prSet/>
      <dgm:spPr/>
      <dgm:t>
        <a:bodyPr/>
        <a:lstStyle/>
        <a:p>
          <a:endParaRPr lang="en-US"/>
        </a:p>
      </dgm:t>
    </dgm:pt>
    <dgm:pt modelId="{0B394A14-30B6-420B-B298-190AEC3CABA0}" type="sibTrans" cxnId="{D9176D4D-61FF-4D1C-A21D-A41157ED7428}">
      <dgm:prSet/>
      <dgm:spPr/>
      <dgm:t>
        <a:bodyPr/>
        <a:lstStyle/>
        <a:p>
          <a:endParaRPr lang="en-US"/>
        </a:p>
      </dgm:t>
    </dgm:pt>
    <dgm:pt modelId="{578B9D53-86A3-4144-B52A-312CB482C443}">
      <dgm:prSet phldrT="[Text]"/>
      <dgm:spPr/>
      <dgm:t>
        <a:bodyPr/>
        <a:lstStyle/>
        <a:p>
          <a:r>
            <a:rPr lang="en-US" dirty="0"/>
            <a:t>.bat</a:t>
          </a:r>
        </a:p>
      </dgm:t>
    </dgm:pt>
    <dgm:pt modelId="{08C7CF94-6654-42C5-AD85-BBCFB56AA1AA}" type="parTrans" cxnId="{1B3CB468-D693-498E-A231-8190CB35DDA4}">
      <dgm:prSet/>
      <dgm:spPr/>
      <dgm:t>
        <a:bodyPr/>
        <a:lstStyle/>
        <a:p>
          <a:endParaRPr lang="en-US"/>
        </a:p>
      </dgm:t>
    </dgm:pt>
    <dgm:pt modelId="{9CC7CE5C-E16A-4470-9227-183A7A3B37A7}" type="sibTrans" cxnId="{1B3CB468-D693-498E-A231-8190CB35DDA4}">
      <dgm:prSet/>
      <dgm:spPr/>
      <dgm:t>
        <a:bodyPr/>
        <a:lstStyle/>
        <a:p>
          <a:endParaRPr lang="en-US"/>
        </a:p>
      </dgm:t>
    </dgm:pt>
    <dgm:pt modelId="{B4F3686F-ECA9-4F1A-8723-5F63491A1FCA}">
      <dgm:prSet phldrT="[Text]"/>
      <dgm:spPr/>
      <dgm:t>
        <a:bodyPr/>
        <a:lstStyle/>
        <a:p>
          <a:r>
            <a:rPr lang="en-US" dirty="0"/>
            <a:t>.ps1</a:t>
          </a:r>
        </a:p>
      </dgm:t>
    </dgm:pt>
    <dgm:pt modelId="{5DFDF918-E5F8-471D-8031-BC88D0EE85A6}" type="parTrans" cxnId="{E4882FB6-3961-478E-B208-7F3859B3466A}">
      <dgm:prSet/>
      <dgm:spPr/>
      <dgm:t>
        <a:bodyPr/>
        <a:lstStyle/>
        <a:p>
          <a:endParaRPr lang="en-US"/>
        </a:p>
      </dgm:t>
    </dgm:pt>
    <dgm:pt modelId="{491A068E-A603-495A-B8A8-46CF2AB4DCED}" type="sibTrans" cxnId="{E4882FB6-3961-478E-B208-7F3859B3466A}">
      <dgm:prSet/>
      <dgm:spPr/>
      <dgm:t>
        <a:bodyPr/>
        <a:lstStyle/>
        <a:p>
          <a:endParaRPr lang="en-US"/>
        </a:p>
      </dgm:t>
    </dgm:pt>
    <dgm:pt modelId="{417AF8CE-B25B-4CB8-AFE0-2CD1FE726B2F}">
      <dgm:prSet/>
      <dgm:spPr/>
      <dgm:t>
        <a:bodyPr/>
        <a:lstStyle/>
        <a:p>
          <a:r>
            <a:rPr lang="en-US" dirty="0"/>
            <a:t>JavaScript</a:t>
          </a:r>
        </a:p>
      </dgm:t>
    </dgm:pt>
    <dgm:pt modelId="{07257B5B-9F97-4A50-90EA-ECC5474BA3B8}" type="parTrans" cxnId="{CD7DFDAD-20E6-4624-B242-66B6D3D51703}">
      <dgm:prSet/>
      <dgm:spPr/>
      <dgm:t>
        <a:bodyPr/>
        <a:lstStyle/>
        <a:p>
          <a:endParaRPr lang="en-US"/>
        </a:p>
      </dgm:t>
    </dgm:pt>
    <dgm:pt modelId="{4B7211B8-4437-4663-9B43-A7D03F31754B}" type="sibTrans" cxnId="{CD7DFDAD-20E6-4624-B242-66B6D3D51703}">
      <dgm:prSet/>
      <dgm:spPr/>
      <dgm:t>
        <a:bodyPr/>
        <a:lstStyle/>
        <a:p>
          <a:endParaRPr lang="en-US"/>
        </a:p>
      </dgm:t>
    </dgm:pt>
    <dgm:pt modelId="{ACED358B-CF0E-4F97-B17F-592C4934066C}">
      <dgm:prSet/>
      <dgm:spPr/>
      <dgm:t>
        <a:bodyPr/>
        <a:lstStyle/>
        <a:p>
          <a:r>
            <a:rPr lang="en-US" dirty="0"/>
            <a:t>.</a:t>
          </a:r>
          <a:r>
            <a:rPr lang="en-US" dirty="0" err="1"/>
            <a:t>js</a:t>
          </a:r>
          <a:endParaRPr lang="en-US" dirty="0"/>
        </a:p>
      </dgm:t>
    </dgm:pt>
    <dgm:pt modelId="{93FBFF4E-6805-4F23-B917-CB4CD8070E2F}" type="parTrans" cxnId="{ACAD64DC-E87E-430E-B216-D07386F776C7}">
      <dgm:prSet/>
      <dgm:spPr/>
      <dgm:t>
        <a:bodyPr/>
        <a:lstStyle/>
        <a:p>
          <a:endParaRPr lang="en-US"/>
        </a:p>
      </dgm:t>
    </dgm:pt>
    <dgm:pt modelId="{9479A362-937A-41BE-8443-1585070720A8}" type="sibTrans" cxnId="{ACAD64DC-E87E-430E-B216-D07386F776C7}">
      <dgm:prSet/>
      <dgm:spPr/>
      <dgm:t>
        <a:bodyPr/>
        <a:lstStyle/>
        <a:p>
          <a:endParaRPr lang="en-US"/>
        </a:p>
      </dgm:t>
    </dgm:pt>
    <dgm:pt modelId="{897CBDB8-DAD3-40FD-BD5A-C5C32B278772}">
      <dgm:prSet/>
      <dgm:spPr/>
      <dgm:t>
        <a:bodyPr/>
        <a:lstStyle/>
        <a:p>
          <a:r>
            <a:rPr lang="en-US" dirty="0"/>
            <a:t>.zip</a:t>
          </a:r>
        </a:p>
      </dgm:t>
    </dgm:pt>
    <dgm:pt modelId="{B95BD316-840B-46D7-AD56-85A2A705549C}" type="parTrans" cxnId="{4EE3E000-2753-4299-BB3F-45C1CA8551C8}">
      <dgm:prSet/>
      <dgm:spPr/>
      <dgm:t>
        <a:bodyPr/>
        <a:lstStyle/>
        <a:p>
          <a:endParaRPr lang="en-US"/>
        </a:p>
      </dgm:t>
    </dgm:pt>
    <dgm:pt modelId="{77180A0D-EA3B-48C7-9124-A5447F64CB9B}" type="sibTrans" cxnId="{4EE3E000-2753-4299-BB3F-45C1CA8551C8}">
      <dgm:prSet/>
      <dgm:spPr/>
      <dgm:t>
        <a:bodyPr/>
        <a:lstStyle/>
        <a:p>
          <a:endParaRPr lang="en-US"/>
        </a:p>
      </dgm:t>
    </dgm:pt>
    <dgm:pt modelId="{4AB3E39F-C6FA-4CAA-9C74-04A5CF6F047F}">
      <dgm:prSet/>
      <dgm:spPr/>
      <dgm:t>
        <a:bodyPr/>
        <a:lstStyle/>
        <a:p>
          <a:r>
            <a:rPr lang="en-US" dirty="0"/>
            <a:t>Compressed Files</a:t>
          </a:r>
        </a:p>
      </dgm:t>
    </dgm:pt>
    <dgm:pt modelId="{0A514C79-E4F4-49D2-9E0A-F018FF3A14DC}" type="parTrans" cxnId="{0461A8DB-5FF5-4608-AB28-5FA502039864}">
      <dgm:prSet/>
      <dgm:spPr/>
      <dgm:t>
        <a:bodyPr/>
        <a:lstStyle/>
        <a:p>
          <a:endParaRPr lang="en-US"/>
        </a:p>
      </dgm:t>
    </dgm:pt>
    <dgm:pt modelId="{0AD5F617-B24B-4E6C-8159-4B8782ED6D42}" type="sibTrans" cxnId="{0461A8DB-5FF5-4608-AB28-5FA502039864}">
      <dgm:prSet/>
      <dgm:spPr/>
      <dgm:t>
        <a:bodyPr/>
        <a:lstStyle/>
        <a:p>
          <a:endParaRPr lang="en-US"/>
        </a:p>
      </dgm:t>
    </dgm:pt>
    <dgm:pt modelId="{FB4D076D-3B87-4EAE-88F2-705FB8096F34}" type="pres">
      <dgm:prSet presAssocID="{325A329F-619C-4082-BBC4-876B58312F8E}" presName="diagram" presStyleCnt="0">
        <dgm:presLayoutVars>
          <dgm:chPref val="1"/>
          <dgm:dir/>
          <dgm:animOne val="branch"/>
          <dgm:animLvl val="lvl"/>
          <dgm:resizeHandles/>
        </dgm:presLayoutVars>
      </dgm:prSet>
      <dgm:spPr/>
    </dgm:pt>
    <dgm:pt modelId="{AB69AAA3-91AD-4920-8A32-33F717971D96}" type="pres">
      <dgm:prSet presAssocID="{2ECE2C49-44FB-416A-B603-2CA44D3B85BB}" presName="root" presStyleCnt="0"/>
      <dgm:spPr/>
    </dgm:pt>
    <dgm:pt modelId="{121450F7-DFA0-4DBE-A27E-46197DAABBE9}" type="pres">
      <dgm:prSet presAssocID="{2ECE2C49-44FB-416A-B603-2CA44D3B85BB}" presName="rootComposite" presStyleCnt="0"/>
      <dgm:spPr/>
    </dgm:pt>
    <dgm:pt modelId="{260F0EC7-651F-4DC2-9E68-FA2A1A727766}" type="pres">
      <dgm:prSet presAssocID="{2ECE2C49-44FB-416A-B603-2CA44D3B85BB}" presName="rootText" presStyleLbl="node1" presStyleIdx="0" presStyleCnt="4"/>
      <dgm:spPr/>
    </dgm:pt>
    <dgm:pt modelId="{A268C641-FC09-4392-BC63-16319477DF6C}" type="pres">
      <dgm:prSet presAssocID="{2ECE2C49-44FB-416A-B603-2CA44D3B85BB}" presName="rootConnector" presStyleLbl="node1" presStyleIdx="0" presStyleCnt="4"/>
      <dgm:spPr/>
    </dgm:pt>
    <dgm:pt modelId="{A1CAF837-A66F-4162-827F-591FE2998C48}" type="pres">
      <dgm:prSet presAssocID="{2ECE2C49-44FB-416A-B603-2CA44D3B85BB}" presName="childShape" presStyleCnt="0"/>
      <dgm:spPr/>
    </dgm:pt>
    <dgm:pt modelId="{618F80D8-FC17-46C8-BDFB-CE6DD842D2C7}" type="pres">
      <dgm:prSet presAssocID="{00C6D2CF-D57A-4DF3-B59A-FB3875A1BE20}" presName="Name13" presStyleLbl="parChTrans1D2" presStyleIdx="0" presStyleCnt="5"/>
      <dgm:spPr/>
    </dgm:pt>
    <dgm:pt modelId="{644BDED6-71F3-4AD5-8339-D47DA5446D48}" type="pres">
      <dgm:prSet presAssocID="{9290F1CD-7CF8-4DE6-98D7-98B910E330C0}" presName="childText" presStyleLbl="bgAcc1" presStyleIdx="0" presStyleCnt="5">
        <dgm:presLayoutVars>
          <dgm:bulletEnabled val="1"/>
        </dgm:presLayoutVars>
      </dgm:prSet>
      <dgm:spPr/>
    </dgm:pt>
    <dgm:pt modelId="{B8EE38BE-715A-473C-97D6-35A5F078B696}" type="pres">
      <dgm:prSet presAssocID="{662154A2-F580-4DF4-BF3D-BE935E384348}" presName="root" presStyleCnt="0"/>
      <dgm:spPr/>
    </dgm:pt>
    <dgm:pt modelId="{A7ABAB1A-33D3-408E-A532-F145465E8968}" type="pres">
      <dgm:prSet presAssocID="{662154A2-F580-4DF4-BF3D-BE935E384348}" presName="rootComposite" presStyleCnt="0"/>
      <dgm:spPr/>
    </dgm:pt>
    <dgm:pt modelId="{DC563A29-69AC-47A7-8B9F-C58DF8596C60}" type="pres">
      <dgm:prSet presAssocID="{662154A2-F580-4DF4-BF3D-BE935E384348}" presName="rootText" presStyleLbl="node1" presStyleIdx="1" presStyleCnt="4"/>
      <dgm:spPr/>
    </dgm:pt>
    <dgm:pt modelId="{87FEEFB1-A7AC-4210-9C69-5AD68B9797BF}" type="pres">
      <dgm:prSet presAssocID="{662154A2-F580-4DF4-BF3D-BE935E384348}" presName="rootConnector" presStyleLbl="node1" presStyleIdx="1" presStyleCnt="4"/>
      <dgm:spPr/>
    </dgm:pt>
    <dgm:pt modelId="{147764BC-CA95-4777-8177-4DF3BA454209}" type="pres">
      <dgm:prSet presAssocID="{662154A2-F580-4DF4-BF3D-BE935E384348}" presName="childShape" presStyleCnt="0"/>
      <dgm:spPr/>
    </dgm:pt>
    <dgm:pt modelId="{0FA6F433-4842-4F5C-B895-E1E57619DDAC}" type="pres">
      <dgm:prSet presAssocID="{08C7CF94-6654-42C5-AD85-BBCFB56AA1AA}" presName="Name13" presStyleLbl="parChTrans1D2" presStyleIdx="1" presStyleCnt="5"/>
      <dgm:spPr/>
    </dgm:pt>
    <dgm:pt modelId="{56C84A7D-6734-47B1-891C-B80DF52D0D0F}" type="pres">
      <dgm:prSet presAssocID="{578B9D53-86A3-4144-B52A-312CB482C443}" presName="childText" presStyleLbl="bgAcc1" presStyleIdx="1" presStyleCnt="5">
        <dgm:presLayoutVars>
          <dgm:bulletEnabled val="1"/>
        </dgm:presLayoutVars>
      </dgm:prSet>
      <dgm:spPr/>
    </dgm:pt>
    <dgm:pt modelId="{807B7BDE-3ADC-4F67-893E-6C4F58313D8F}" type="pres">
      <dgm:prSet presAssocID="{5DFDF918-E5F8-471D-8031-BC88D0EE85A6}" presName="Name13" presStyleLbl="parChTrans1D2" presStyleIdx="2" presStyleCnt="5"/>
      <dgm:spPr/>
    </dgm:pt>
    <dgm:pt modelId="{C3C47B43-6EAF-47FC-99EF-4A0D4ED857EE}" type="pres">
      <dgm:prSet presAssocID="{B4F3686F-ECA9-4F1A-8723-5F63491A1FCA}" presName="childText" presStyleLbl="bgAcc1" presStyleIdx="2" presStyleCnt="5">
        <dgm:presLayoutVars>
          <dgm:bulletEnabled val="1"/>
        </dgm:presLayoutVars>
      </dgm:prSet>
      <dgm:spPr/>
    </dgm:pt>
    <dgm:pt modelId="{C003E4F0-DA23-46B9-AFDF-5F53F642253A}" type="pres">
      <dgm:prSet presAssocID="{417AF8CE-B25B-4CB8-AFE0-2CD1FE726B2F}" presName="root" presStyleCnt="0"/>
      <dgm:spPr/>
    </dgm:pt>
    <dgm:pt modelId="{EFDDE67B-5FE0-43A3-912A-B5C8C1B4164C}" type="pres">
      <dgm:prSet presAssocID="{417AF8CE-B25B-4CB8-AFE0-2CD1FE726B2F}" presName="rootComposite" presStyleCnt="0"/>
      <dgm:spPr/>
    </dgm:pt>
    <dgm:pt modelId="{0D427D8B-4B96-4BF9-9FCF-33FB76EA01AD}" type="pres">
      <dgm:prSet presAssocID="{417AF8CE-B25B-4CB8-AFE0-2CD1FE726B2F}" presName="rootText" presStyleLbl="node1" presStyleIdx="2" presStyleCnt="4"/>
      <dgm:spPr/>
    </dgm:pt>
    <dgm:pt modelId="{00B494E7-8B7A-4096-ABDD-61B667A5041D}" type="pres">
      <dgm:prSet presAssocID="{417AF8CE-B25B-4CB8-AFE0-2CD1FE726B2F}" presName="rootConnector" presStyleLbl="node1" presStyleIdx="2" presStyleCnt="4"/>
      <dgm:spPr/>
    </dgm:pt>
    <dgm:pt modelId="{9147A557-9B15-42EC-9E2B-87A45B8AC553}" type="pres">
      <dgm:prSet presAssocID="{417AF8CE-B25B-4CB8-AFE0-2CD1FE726B2F}" presName="childShape" presStyleCnt="0"/>
      <dgm:spPr/>
    </dgm:pt>
    <dgm:pt modelId="{97DD87B9-30CC-4646-943E-ABB8CC28490F}" type="pres">
      <dgm:prSet presAssocID="{93FBFF4E-6805-4F23-B917-CB4CD8070E2F}" presName="Name13" presStyleLbl="parChTrans1D2" presStyleIdx="3" presStyleCnt="5"/>
      <dgm:spPr/>
    </dgm:pt>
    <dgm:pt modelId="{64608C49-77F0-47CE-9944-5249B050FAC0}" type="pres">
      <dgm:prSet presAssocID="{ACED358B-CF0E-4F97-B17F-592C4934066C}" presName="childText" presStyleLbl="bgAcc1" presStyleIdx="3" presStyleCnt="5">
        <dgm:presLayoutVars>
          <dgm:bulletEnabled val="1"/>
        </dgm:presLayoutVars>
      </dgm:prSet>
      <dgm:spPr/>
    </dgm:pt>
    <dgm:pt modelId="{CCDC9FC9-31A6-4A1B-9DC5-3CBCB04F11B0}" type="pres">
      <dgm:prSet presAssocID="{4AB3E39F-C6FA-4CAA-9C74-04A5CF6F047F}" presName="root" presStyleCnt="0"/>
      <dgm:spPr/>
    </dgm:pt>
    <dgm:pt modelId="{1D55460C-6930-41C5-A07B-32EB1839BCD8}" type="pres">
      <dgm:prSet presAssocID="{4AB3E39F-C6FA-4CAA-9C74-04A5CF6F047F}" presName="rootComposite" presStyleCnt="0"/>
      <dgm:spPr/>
    </dgm:pt>
    <dgm:pt modelId="{02080019-38D0-4C6C-9E71-48FA267A444D}" type="pres">
      <dgm:prSet presAssocID="{4AB3E39F-C6FA-4CAA-9C74-04A5CF6F047F}" presName="rootText" presStyleLbl="node1" presStyleIdx="3" presStyleCnt="4"/>
      <dgm:spPr/>
    </dgm:pt>
    <dgm:pt modelId="{7C4F1CBB-E220-4A37-9BCD-F253D515D2C1}" type="pres">
      <dgm:prSet presAssocID="{4AB3E39F-C6FA-4CAA-9C74-04A5CF6F047F}" presName="rootConnector" presStyleLbl="node1" presStyleIdx="3" presStyleCnt="4"/>
      <dgm:spPr/>
    </dgm:pt>
    <dgm:pt modelId="{13560D36-E346-4FC2-AA7B-8495C526928A}" type="pres">
      <dgm:prSet presAssocID="{4AB3E39F-C6FA-4CAA-9C74-04A5CF6F047F}" presName="childShape" presStyleCnt="0"/>
      <dgm:spPr/>
    </dgm:pt>
    <dgm:pt modelId="{ACF11EA5-6425-4CC9-A915-5607EDED162B}" type="pres">
      <dgm:prSet presAssocID="{B95BD316-840B-46D7-AD56-85A2A705549C}" presName="Name13" presStyleLbl="parChTrans1D2" presStyleIdx="4" presStyleCnt="5"/>
      <dgm:spPr/>
    </dgm:pt>
    <dgm:pt modelId="{8520333B-F485-4D13-BFD5-61D452EB2B92}" type="pres">
      <dgm:prSet presAssocID="{897CBDB8-DAD3-40FD-BD5A-C5C32B278772}" presName="childText" presStyleLbl="bgAcc1" presStyleIdx="4" presStyleCnt="5">
        <dgm:presLayoutVars>
          <dgm:bulletEnabled val="1"/>
        </dgm:presLayoutVars>
      </dgm:prSet>
      <dgm:spPr/>
    </dgm:pt>
  </dgm:ptLst>
  <dgm:cxnLst>
    <dgm:cxn modelId="{4EE3E000-2753-4299-BB3F-45C1CA8551C8}" srcId="{4AB3E39F-C6FA-4CAA-9C74-04A5CF6F047F}" destId="{897CBDB8-DAD3-40FD-BD5A-C5C32B278772}" srcOrd="0" destOrd="0" parTransId="{B95BD316-840B-46D7-AD56-85A2A705549C}" sibTransId="{77180A0D-EA3B-48C7-9124-A5447F64CB9B}"/>
    <dgm:cxn modelId="{10CABA01-8B2B-4B91-8D42-DF7BACE8B55F}" type="presOf" srcId="{5DFDF918-E5F8-471D-8031-BC88D0EE85A6}" destId="{807B7BDE-3ADC-4F67-893E-6C4F58313D8F}" srcOrd="0" destOrd="0" presId="urn:microsoft.com/office/officeart/2005/8/layout/hierarchy3"/>
    <dgm:cxn modelId="{DAB9FA22-CC8F-478E-856B-CABAC2CD99E2}" type="presOf" srcId="{662154A2-F580-4DF4-BF3D-BE935E384348}" destId="{87FEEFB1-A7AC-4210-9C69-5AD68B9797BF}" srcOrd="1" destOrd="0" presId="urn:microsoft.com/office/officeart/2005/8/layout/hierarchy3"/>
    <dgm:cxn modelId="{D7B7743D-D759-4917-BFD9-7CF5E9CAC350}" type="presOf" srcId="{578B9D53-86A3-4144-B52A-312CB482C443}" destId="{56C84A7D-6734-47B1-891C-B80DF52D0D0F}" srcOrd="0" destOrd="0" presId="urn:microsoft.com/office/officeart/2005/8/layout/hierarchy3"/>
    <dgm:cxn modelId="{F9C29B5E-44A6-4F1B-8C8C-706CFBA17A47}" type="presOf" srcId="{93FBFF4E-6805-4F23-B917-CB4CD8070E2F}" destId="{97DD87B9-30CC-4646-943E-ABB8CC28490F}" srcOrd="0" destOrd="0" presId="urn:microsoft.com/office/officeart/2005/8/layout/hierarchy3"/>
    <dgm:cxn modelId="{2E2F0D63-3A97-475E-B21B-C5C575EAA000}" srcId="{2ECE2C49-44FB-416A-B603-2CA44D3B85BB}" destId="{9290F1CD-7CF8-4DE6-98D7-98B910E330C0}" srcOrd="0" destOrd="0" parTransId="{00C6D2CF-D57A-4DF3-B59A-FB3875A1BE20}" sibTransId="{847FAB18-A0C2-4642-AF40-5FC1B7169A13}"/>
    <dgm:cxn modelId="{FFABF764-8A7C-451C-8AD1-407600DBEE29}" type="presOf" srcId="{417AF8CE-B25B-4CB8-AFE0-2CD1FE726B2F}" destId="{0D427D8B-4B96-4BF9-9FCF-33FB76EA01AD}" srcOrd="0" destOrd="0" presId="urn:microsoft.com/office/officeart/2005/8/layout/hierarchy3"/>
    <dgm:cxn modelId="{52DC7745-D3D0-4625-907E-78E608468B70}" type="presOf" srcId="{2ECE2C49-44FB-416A-B603-2CA44D3B85BB}" destId="{A268C641-FC09-4392-BC63-16319477DF6C}" srcOrd="1" destOrd="0" presId="urn:microsoft.com/office/officeart/2005/8/layout/hierarchy3"/>
    <dgm:cxn modelId="{E3B57367-63FC-4E6F-A9C9-ACD2E45B7B08}" type="presOf" srcId="{00C6D2CF-D57A-4DF3-B59A-FB3875A1BE20}" destId="{618F80D8-FC17-46C8-BDFB-CE6DD842D2C7}" srcOrd="0" destOrd="0" presId="urn:microsoft.com/office/officeart/2005/8/layout/hierarchy3"/>
    <dgm:cxn modelId="{1B3CB468-D693-498E-A231-8190CB35DDA4}" srcId="{662154A2-F580-4DF4-BF3D-BE935E384348}" destId="{578B9D53-86A3-4144-B52A-312CB482C443}" srcOrd="0" destOrd="0" parTransId="{08C7CF94-6654-42C5-AD85-BBCFB56AA1AA}" sibTransId="{9CC7CE5C-E16A-4470-9227-183A7A3B37A7}"/>
    <dgm:cxn modelId="{D9176D4D-61FF-4D1C-A21D-A41157ED7428}" srcId="{325A329F-619C-4082-BBC4-876B58312F8E}" destId="{662154A2-F580-4DF4-BF3D-BE935E384348}" srcOrd="1" destOrd="0" parTransId="{14B45F30-3AA1-4AF6-9CDB-EDFB5F47BD29}" sibTransId="{0B394A14-30B6-420B-B298-190AEC3CABA0}"/>
    <dgm:cxn modelId="{034AD156-0291-48C3-B7D7-B998784943F6}" type="presOf" srcId="{325A329F-619C-4082-BBC4-876B58312F8E}" destId="{FB4D076D-3B87-4EAE-88F2-705FB8096F34}" srcOrd="0" destOrd="0" presId="urn:microsoft.com/office/officeart/2005/8/layout/hierarchy3"/>
    <dgm:cxn modelId="{2CE3FA7E-1A44-463E-BA9A-F3DE97F97D89}" type="presOf" srcId="{4AB3E39F-C6FA-4CAA-9C74-04A5CF6F047F}" destId="{02080019-38D0-4C6C-9E71-48FA267A444D}" srcOrd="0" destOrd="0" presId="urn:microsoft.com/office/officeart/2005/8/layout/hierarchy3"/>
    <dgm:cxn modelId="{D283CC86-6081-4E69-9ACC-775065E0AE7B}" type="presOf" srcId="{B95BD316-840B-46D7-AD56-85A2A705549C}" destId="{ACF11EA5-6425-4CC9-A915-5607EDED162B}" srcOrd="0" destOrd="0" presId="urn:microsoft.com/office/officeart/2005/8/layout/hierarchy3"/>
    <dgm:cxn modelId="{B59B8187-7D70-4C79-A775-F1D355D205D6}" type="presOf" srcId="{08C7CF94-6654-42C5-AD85-BBCFB56AA1AA}" destId="{0FA6F433-4842-4F5C-B895-E1E57619DDAC}" srcOrd="0" destOrd="0" presId="urn:microsoft.com/office/officeart/2005/8/layout/hierarchy3"/>
    <dgm:cxn modelId="{057DA191-5B41-42DC-B305-E8168B521A23}" type="presOf" srcId="{417AF8CE-B25B-4CB8-AFE0-2CD1FE726B2F}" destId="{00B494E7-8B7A-4096-ABDD-61B667A5041D}" srcOrd="1" destOrd="0" presId="urn:microsoft.com/office/officeart/2005/8/layout/hierarchy3"/>
    <dgm:cxn modelId="{E3ABAC91-4BB5-42C1-A525-31DF553D3B0B}" type="presOf" srcId="{9290F1CD-7CF8-4DE6-98D7-98B910E330C0}" destId="{644BDED6-71F3-4AD5-8339-D47DA5446D48}" srcOrd="0" destOrd="0" presId="urn:microsoft.com/office/officeart/2005/8/layout/hierarchy3"/>
    <dgm:cxn modelId="{50765297-AD96-4701-9222-09C17537E8D0}" type="presOf" srcId="{2ECE2C49-44FB-416A-B603-2CA44D3B85BB}" destId="{260F0EC7-651F-4DC2-9E68-FA2A1A727766}" srcOrd="0" destOrd="0" presId="urn:microsoft.com/office/officeart/2005/8/layout/hierarchy3"/>
    <dgm:cxn modelId="{C64C0B9B-8ED6-47FF-8B06-3580B2C89652}" type="presOf" srcId="{897CBDB8-DAD3-40FD-BD5A-C5C32B278772}" destId="{8520333B-F485-4D13-BFD5-61D452EB2B92}" srcOrd="0" destOrd="0" presId="urn:microsoft.com/office/officeart/2005/8/layout/hierarchy3"/>
    <dgm:cxn modelId="{56647CA8-C4D8-43C6-8D19-E3E7DADF9A45}" srcId="{325A329F-619C-4082-BBC4-876B58312F8E}" destId="{2ECE2C49-44FB-416A-B603-2CA44D3B85BB}" srcOrd="0" destOrd="0" parTransId="{39AC28C3-B9A3-48C1-99A7-10FCF7B45207}" sibTransId="{3DFF61B0-D202-4815-95E3-5E6FB6E1A553}"/>
    <dgm:cxn modelId="{CD7DFDAD-20E6-4624-B242-66B6D3D51703}" srcId="{325A329F-619C-4082-BBC4-876B58312F8E}" destId="{417AF8CE-B25B-4CB8-AFE0-2CD1FE726B2F}" srcOrd="2" destOrd="0" parTransId="{07257B5B-9F97-4A50-90EA-ECC5474BA3B8}" sibTransId="{4B7211B8-4437-4663-9B43-A7D03F31754B}"/>
    <dgm:cxn modelId="{E4882FB6-3961-478E-B208-7F3859B3466A}" srcId="{662154A2-F580-4DF4-BF3D-BE935E384348}" destId="{B4F3686F-ECA9-4F1A-8723-5F63491A1FCA}" srcOrd="1" destOrd="0" parTransId="{5DFDF918-E5F8-471D-8031-BC88D0EE85A6}" sibTransId="{491A068E-A603-495A-B8A8-46CF2AB4DCED}"/>
    <dgm:cxn modelId="{31DC16BE-3B35-4CBE-97FD-662440E99CAE}" type="presOf" srcId="{ACED358B-CF0E-4F97-B17F-592C4934066C}" destId="{64608C49-77F0-47CE-9944-5249B050FAC0}" srcOrd="0" destOrd="0" presId="urn:microsoft.com/office/officeart/2005/8/layout/hierarchy3"/>
    <dgm:cxn modelId="{8D0F93DB-B85F-4AF0-B22C-6CF54E14B5F8}" type="presOf" srcId="{662154A2-F580-4DF4-BF3D-BE935E384348}" destId="{DC563A29-69AC-47A7-8B9F-C58DF8596C60}" srcOrd="0" destOrd="0" presId="urn:microsoft.com/office/officeart/2005/8/layout/hierarchy3"/>
    <dgm:cxn modelId="{0461A8DB-5FF5-4608-AB28-5FA502039864}" srcId="{325A329F-619C-4082-BBC4-876B58312F8E}" destId="{4AB3E39F-C6FA-4CAA-9C74-04A5CF6F047F}" srcOrd="3" destOrd="0" parTransId="{0A514C79-E4F4-49D2-9E0A-F018FF3A14DC}" sibTransId="{0AD5F617-B24B-4E6C-8159-4B8782ED6D42}"/>
    <dgm:cxn modelId="{ACAD64DC-E87E-430E-B216-D07386F776C7}" srcId="{417AF8CE-B25B-4CB8-AFE0-2CD1FE726B2F}" destId="{ACED358B-CF0E-4F97-B17F-592C4934066C}" srcOrd="0" destOrd="0" parTransId="{93FBFF4E-6805-4F23-B917-CB4CD8070E2F}" sibTransId="{9479A362-937A-41BE-8443-1585070720A8}"/>
    <dgm:cxn modelId="{D55CEEE9-5F6F-4EC7-9A20-7A52F42BBE6F}" type="presOf" srcId="{B4F3686F-ECA9-4F1A-8723-5F63491A1FCA}" destId="{C3C47B43-6EAF-47FC-99EF-4A0D4ED857EE}" srcOrd="0" destOrd="0" presId="urn:microsoft.com/office/officeart/2005/8/layout/hierarchy3"/>
    <dgm:cxn modelId="{E80D0EED-E181-4388-874D-578ED7064D3F}" type="presOf" srcId="{4AB3E39F-C6FA-4CAA-9C74-04A5CF6F047F}" destId="{7C4F1CBB-E220-4A37-9BCD-F253D515D2C1}" srcOrd="1" destOrd="0" presId="urn:microsoft.com/office/officeart/2005/8/layout/hierarchy3"/>
    <dgm:cxn modelId="{5980C215-6F33-4964-AD6A-3F69B2A7F90A}" type="presParOf" srcId="{FB4D076D-3B87-4EAE-88F2-705FB8096F34}" destId="{AB69AAA3-91AD-4920-8A32-33F717971D96}" srcOrd="0" destOrd="0" presId="urn:microsoft.com/office/officeart/2005/8/layout/hierarchy3"/>
    <dgm:cxn modelId="{742650C9-1FB1-43EC-ADBF-5A76F8182C89}" type="presParOf" srcId="{AB69AAA3-91AD-4920-8A32-33F717971D96}" destId="{121450F7-DFA0-4DBE-A27E-46197DAABBE9}" srcOrd="0" destOrd="0" presId="urn:microsoft.com/office/officeart/2005/8/layout/hierarchy3"/>
    <dgm:cxn modelId="{6961B94A-3974-4C80-909A-1BF943C7A751}" type="presParOf" srcId="{121450F7-DFA0-4DBE-A27E-46197DAABBE9}" destId="{260F0EC7-651F-4DC2-9E68-FA2A1A727766}" srcOrd="0" destOrd="0" presId="urn:microsoft.com/office/officeart/2005/8/layout/hierarchy3"/>
    <dgm:cxn modelId="{E3E804FB-AC7E-4764-8729-03E458BCE646}" type="presParOf" srcId="{121450F7-DFA0-4DBE-A27E-46197DAABBE9}" destId="{A268C641-FC09-4392-BC63-16319477DF6C}" srcOrd="1" destOrd="0" presId="urn:microsoft.com/office/officeart/2005/8/layout/hierarchy3"/>
    <dgm:cxn modelId="{B6B7EA6D-1AD3-4757-A582-FA7A4C28EC5A}" type="presParOf" srcId="{AB69AAA3-91AD-4920-8A32-33F717971D96}" destId="{A1CAF837-A66F-4162-827F-591FE2998C48}" srcOrd="1" destOrd="0" presId="urn:microsoft.com/office/officeart/2005/8/layout/hierarchy3"/>
    <dgm:cxn modelId="{105B6B2A-1512-4531-A206-079A243F453D}" type="presParOf" srcId="{A1CAF837-A66F-4162-827F-591FE2998C48}" destId="{618F80D8-FC17-46C8-BDFB-CE6DD842D2C7}" srcOrd="0" destOrd="0" presId="urn:microsoft.com/office/officeart/2005/8/layout/hierarchy3"/>
    <dgm:cxn modelId="{658D915E-9FC6-4F63-A4A4-2EEDBDD67A92}" type="presParOf" srcId="{A1CAF837-A66F-4162-827F-591FE2998C48}" destId="{644BDED6-71F3-4AD5-8339-D47DA5446D48}" srcOrd="1" destOrd="0" presId="urn:microsoft.com/office/officeart/2005/8/layout/hierarchy3"/>
    <dgm:cxn modelId="{CF43713D-1AAC-40F0-B14B-E750E890D8D4}" type="presParOf" srcId="{FB4D076D-3B87-4EAE-88F2-705FB8096F34}" destId="{B8EE38BE-715A-473C-97D6-35A5F078B696}" srcOrd="1" destOrd="0" presId="urn:microsoft.com/office/officeart/2005/8/layout/hierarchy3"/>
    <dgm:cxn modelId="{2859566B-A9F8-4DC9-9098-A7DB89210BE9}" type="presParOf" srcId="{B8EE38BE-715A-473C-97D6-35A5F078B696}" destId="{A7ABAB1A-33D3-408E-A532-F145465E8968}" srcOrd="0" destOrd="0" presId="urn:microsoft.com/office/officeart/2005/8/layout/hierarchy3"/>
    <dgm:cxn modelId="{3FD31AD6-A1F5-4302-9530-5164247A1405}" type="presParOf" srcId="{A7ABAB1A-33D3-408E-A532-F145465E8968}" destId="{DC563A29-69AC-47A7-8B9F-C58DF8596C60}" srcOrd="0" destOrd="0" presId="urn:microsoft.com/office/officeart/2005/8/layout/hierarchy3"/>
    <dgm:cxn modelId="{5787E1E8-E66D-4DF5-814C-543AC3103EBA}" type="presParOf" srcId="{A7ABAB1A-33D3-408E-A532-F145465E8968}" destId="{87FEEFB1-A7AC-4210-9C69-5AD68B9797BF}" srcOrd="1" destOrd="0" presId="urn:microsoft.com/office/officeart/2005/8/layout/hierarchy3"/>
    <dgm:cxn modelId="{4E1C1B8E-B0C1-499C-ABA7-BD885564D3BD}" type="presParOf" srcId="{B8EE38BE-715A-473C-97D6-35A5F078B696}" destId="{147764BC-CA95-4777-8177-4DF3BA454209}" srcOrd="1" destOrd="0" presId="urn:microsoft.com/office/officeart/2005/8/layout/hierarchy3"/>
    <dgm:cxn modelId="{3348436F-AD74-4B8A-AA01-780D77325475}" type="presParOf" srcId="{147764BC-CA95-4777-8177-4DF3BA454209}" destId="{0FA6F433-4842-4F5C-B895-E1E57619DDAC}" srcOrd="0" destOrd="0" presId="urn:microsoft.com/office/officeart/2005/8/layout/hierarchy3"/>
    <dgm:cxn modelId="{D4A68CDA-090D-4AFC-8697-1D102855AD16}" type="presParOf" srcId="{147764BC-CA95-4777-8177-4DF3BA454209}" destId="{56C84A7D-6734-47B1-891C-B80DF52D0D0F}" srcOrd="1" destOrd="0" presId="urn:microsoft.com/office/officeart/2005/8/layout/hierarchy3"/>
    <dgm:cxn modelId="{9280B801-830E-4977-A796-5A465933E5D5}" type="presParOf" srcId="{147764BC-CA95-4777-8177-4DF3BA454209}" destId="{807B7BDE-3ADC-4F67-893E-6C4F58313D8F}" srcOrd="2" destOrd="0" presId="urn:microsoft.com/office/officeart/2005/8/layout/hierarchy3"/>
    <dgm:cxn modelId="{2B19B657-0D25-4AF4-8C6C-B6273092A25A}" type="presParOf" srcId="{147764BC-CA95-4777-8177-4DF3BA454209}" destId="{C3C47B43-6EAF-47FC-99EF-4A0D4ED857EE}" srcOrd="3" destOrd="0" presId="urn:microsoft.com/office/officeart/2005/8/layout/hierarchy3"/>
    <dgm:cxn modelId="{F6D7373C-371E-4A6E-9E2A-22ED1DDD355D}" type="presParOf" srcId="{FB4D076D-3B87-4EAE-88F2-705FB8096F34}" destId="{C003E4F0-DA23-46B9-AFDF-5F53F642253A}" srcOrd="2" destOrd="0" presId="urn:microsoft.com/office/officeart/2005/8/layout/hierarchy3"/>
    <dgm:cxn modelId="{E47360CB-87F2-404B-8DC2-7214670EBE61}" type="presParOf" srcId="{C003E4F0-DA23-46B9-AFDF-5F53F642253A}" destId="{EFDDE67B-5FE0-43A3-912A-B5C8C1B4164C}" srcOrd="0" destOrd="0" presId="urn:microsoft.com/office/officeart/2005/8/layout/hierarchy3"/>
    <dgm:cxn modelId="{EE1E6945-F45B-4460-B2B8-8F183F4CEE0E}" type="presParOf" srcId="{EFDDE67B-5FE0-43A3-912A-B5C8C1B4164C}" destId="{0D427D8B-4B96-4BF9-9FCF-33FB76EA01AD}" srcOrd="0" destOrd="0" presId="urn:microsoft.com/office/officeart/2005/8/layout/hierarchy3"/>
    <dgm:cxn modelId="{127FCA56-6A0B-4AD4-B868-C9C1FC8745CD}" type="presParOf" srcId="{EFDDE67B-5FE0-43A3-912A-B5C8C1B4164C}" destId="{00B494E7-8B7A-4096-ABDD-61B667A5041D}" srcOrd="1" destOrd="0" presId="urn:microsoft.com/office/officeart/2005/8/layout/hierarchy3"/>
    <dgm:cxn modelId="{BCCB56CC-744C-4C32-AC25-7BF8D2DEF74A}" type="presParOf" srcId="{C003E4F0-DA23-46B9-AFDF-5F53F642253A}" destId="{9147A557-9B15-42EC-9E2B-87A45B8AC553}" srcOrd="1" destOrd="0" presId="urn:microsoft.com/office/officeart/2005/8/layout/hierarchy3"/>
    <dgm:cxn modelId="{FDBEA07B-F1D7-4B50-B56D-29A2CEB9B67C}" type="presParOf" srcId="{9147A557-9B15-42EC-9E2B-87A45B8AC553}" destId="{97DD87B9-30CC-4646-943E-ABB8CC28490F}" srcOrd="0" destOrd="0" presId="urn:microsoft.com/office/officeart/2005/8/layout/hierarchy3"/>
    <dgm:cxn modelId="{4E5AE307-1A21-48DE-9C16-8DC9BEA15675}" type="presParOf" srcId="{9147A557-9B15-42EC-9E2B-87A45B8AC553}" destId="{64608C49-77F0-47CE-9944-5249B050FAC0}" srcOrd="1" destOrd="0" presId="urn:microsoft.com/office/officeart/2005/8/layout/hierarchy3"/>
    <dgm:cxn modelId="{7CFE77D2-E45D-4787-9026-CDE62D3023D1}" type="presParOf" srcId="{FB4D076D-3B87-4EAE-88F2-705FB8096F34}" destId="{CCDC9FC9-31A6-4A1B-9DC5-3CBCB04F11B0}" srcOrd="3" destOrd="0" presId="urn:microsoft.com/office/officeart/2005/8/layout/hierarchy3"/>
    <dgm:cxn modelId="{80B9F2EE-6AE9-4C24-905D-B8F08EE9DB6D}" type="presParOf" srcId="{CCDC9FC9-31A6-4A1B-9DC5-3CBCB04F11B0}" destId="{1D55460C-6930-41C5-A07B-32EB1839BCD8}" srcOrd="0" destOrd="0" presId="urn:microsoft.com/office/officeart/2005/8/layout/hierarchy3"/>
    <dgm:cxn modelId="{49247CEB-CB28-4F8B-8E17-ED54EDF168C1}" type="presParOf" srcId="{1D55460C-6930-41C5-A07B-32EB1839BCD8}" destId="{02080019-38D0-4C6C-9E71-48FA267A444D}" srcOrd="0" destOrd="0" presId="urn:microsoft.com/office/officeart/2005/8/layout/hierarchy3"/>
    <dgm:cxn modelId="{9CEBAC9C-83D5-47E4-93F1-E6751C262FE9}" type="presParOf" srcId="{1D55460C-6930-41C5-A07B-32EB1839BCD8}" destId="{7C4F1CBB-E220-4A37-9BCD-F253D515D2C1}" srcOrd="1" destOrd="0" presId="urn:microsoft.com/office/officeart/2005/8/layout/hierarchy3"/>
    <dgm:cxn modelId="{BB0B4ECE-3878-4B7E-8F9F-E93F169D05BD}" type="presParOf" srcId="{CCDC9FC9-31A6-4A1B-9DC5-3CBCB04F11B0}" destId="{13560D36-E346-4FC2-AA7B-8495C526928A}" srcOrd="1" destOrd="0" presId="urn:microsoft.com/office/officeart/2005/8/layout/hierarchy3"/>
    <dgm:cxn modelId="{23C4D6EE-84B8-45FA-BB39-DC523DACA66E}" type="presParOf" srcId="{13560D36-E346-4FC2-AA7B-8495C526928A}" destId="{ACF11EA5-6425-4CC9-A915-5607EDED162B}" srcOrd="0" destOrd="0" presId="urn:microsoft.com/office/officeart/2005/8/layout/hierarchy3"/>
    <dgm:cxn modelId="{A8099845-66C9-47BE-B80C-38ECABC8A4EB}" type="presParOf" srcId="{13560D36-E346-4FC2-AA7B-8495C526928A}" destId="{8520333B-F485-4D13-BFD5-61D452EB2B92}"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37788B3-D982-4E3D-BEC4-1353A8BD54DB}"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CE1365A-82DB-48D3-87FD-ABB908CB666A}">
      <dgm:prSet/>
      <dgm:spPr/>
      <dgm:t>
        <a:bodyPr/>
        <a:lstStyle/>
        <a:p>
          <a:pPr>
            <a:lnSpc>
              <a:spcPct val="100000"/>
            </a:lnSpc>
            <a:defRPr b="1"/>
          </a:pPr>
          <a:r>
            <a:rPr lang="en-US"/>
            <a:t>Classic Phishing</a:t>
          </a:r>
        </a:p>
      </dgm:t>
    </dgm:pt>
    <dgm:pt modelId="{BD6277A4-7DFC-4E1A-8890-7890950BE00C}" type="parTrans" cxnId="{F435BBEC-B251-42B4-81DE-BCA6CC3AD609}">
      <dgm:prSet/>
      <dgm:spPr/>
      <dgm:t>
        <a:bodyPr/>
        <a:lstStyle/>
        <a:p>
          <a:endParaRPr lang="en-US"/>
        </a:p>
      </dgm:t>
    </dgm:pt>
    <dgm:pt modelId="{5F05DD8A-7744-4633-9B96-E0E70372CD76}" type="sibTrans" cxnId="{F435BBEC-B251-42B4-81DE-BCA6CC3AD609}">
      <dgm:prSet/>
      <dgm:spPr/>
      <dgm:t>
        <a:bodyPr/>
        <a:lstStyle/>
        <a:p>
          <a:endParaRPr lang="en-US"/>
        </a:p>
      </dgm:t>
    </dgm:pt>
    <dgm:pt modelId="{D0CBD151-AEBE-4642-9186-1525EB9DAAAA}">
      <dgm:prSet/>
      <dgm:spPr/>
      <dgm:t>
        <a:bodyPr/>
        <a:lstStyle/>
        <a:p>
          <a:pPr>
            <a:lnSpc>
              <a:spcPct val="100000"/>
            </a:lnSpc>
          </a:pPr>
          <a:r>
            <a:rPr lang="en-US"/>
            <a:t>Sent out in mass emails, and are usually about sending or receiving money</a:t>
          </a:r>
        </a:p>
      </dgm:t>
    </dgm:pt>
    <dgm:pt modelId="{7A5A7A0F-A6F8-4ACA-A538-E8C42BD09C11}" type="parTrans" cxnId="{9012CB20-B607-44F2-AB49-10DC48400D4C}">
      <dgm:prSet/>
      <dgm:spPr/>
      <dgm:t>
        <a:bodyPr/>
        <a:lstStyle/>
        <a:p>
          <a:endParaRPr lang="en-US"/>
        </a:p>
      </dgm:t>
    </dgm:pt>
    <dgm:pt modelId="{542B0A70-7E04-4E7F-82B5-63CF892C5989}" type="sibTrans" cxnId="{9012CB20-B607-44F2-AB49-10DC48400D4C}">
      <dgm:prSet/>
      <dgm:spPr/>
      <dgm:t>
        <a:bodyPr/>
        <a:lstStyle/>
        <a:p>
          <a:endParaRPr lang="en-US"/>
        </a:p>
      </dgm:t>
    </dgm:pt>
    <dgm:pt modelId="{8BE4BB6F-6540-43F8-8FC2-BD458D70F331}">
      <dgm:prSet/>
      <dgm:spPr/>
      <dgm:t>
        <a:bodyPr/>
        <a:lstStyle/>
        <a:p>
          <a:pPr>
            <a:lnSpc>
              <a:spcPct val="100000"/>
            </a:lnSpc>
            <a:defRPr b="1"/>
          </a:pPr>
          <a:r>
            <a:rPr lang="en-US"/>
            <a:t>Spear Phishing</a:t>
          </a:r>
        </a:p>
      </dgm:t>
    </dgm:pt>
    <dgm:pt modelId="{F44FDFA4-CB92-411B-880D-CBA81C3C5358}" type="parTrans" cxnId="{83CB8413-2808-4363-B083-1C4B2CA8D4D7}">
      <dgm:prSet/>
      <dgm:spPr/>
      <dgm:t>
        <a:bodyPr/>
        <a:lstStyle/>
        <a:p>
          <a:endParaRPr lang="en-US"/>
        </a:p>
      </dgm:t>
    </dgm:pt>
    <dgm:pt modelId="{AF7AFBC4-5C34-4E89-B51A-B36BC23B9A8C}" type="sibTrans" cxnId="{83CB8413-2808-4363-B083-1C4B2CA8D4D7}">
      <dgm:prSet/>
      <dgm:spPr/>
      <dgm:t>
        <a:bodyPr/>
        <a:lstStyle/>
        <a:p>
          <a:endParaRPr lang="en-US"/>
        </a:p>
      </dgm:t>
    </dgm:pt>
    <dgm:pt modelId="{3B3C858A-AD35-4217-91AB-098233C1286F}">
      <dgm:prSet/>
      <dgm:spPr/>
      <dgm:t>
        <a:bodyPr/>
        <a:lstStyle/>
        <a:p>
          <a:pPr>
            <a:lnSpc>
              <a:spcPct val="100000"/>
            </a:lnSpc>
          </a:pPr>
          <a:r>
            <a:rPr lang="en-US"/>
            <a:t>Very Specific and usually targeted to a specific user. May pretend to be an employee or someone you know</a:t>
          </a:r>
        </a:p>
      </dgm:t>
    </dgm:pt>
    <dgm:pt modelId="{B16317CE-FBE6-4076-B058-D4F8F274C578}" type="parTrans" cxnId="{EDE5C4D4-106B-4FF5-A252-071716991EC7}">
      <dgm:prSet/>
      <dgm:spPr/>
      <dgm:t>
        <a:bodyPr/>
        <a:lstStyle/>
        <a:p>
          <a:endParaRPr lang="en-US"/>
        </a:p>
      </dgm:t>
    </dgm:pt>
    <dgm:pt modelId="{04A1CD69-9119-4A46-BDDA-A0C8C03310F3}" type="sibTrans" cxnId="{EDE5C4D4-106B-4FF5-A252-071716991EC7}">
      <dgm:prSet/>
      <dgm:spPr/>
      <dgm:t>
        <a:bodyPr/>
        <a:lstStyle/>
        <a:p>
          <a:endParaRPr lang="en-US"/>
        </a:p>
      </dgm:t>
    </dgm:pt>
    <dgm:pt modelId="{2D919BC6-3D5F-42E5-B275-B3235A058DF9}">
      <dgm:prSet/>
      <dgm:spPr/>
      <dgm:t>
        <a:bodyPr/>
        <a:lstStyle/>
        <a:p>
          <a:pPr>
            <a:lnSpc>
              <a:spcPct val="100000"/>
            </a:lnSpc>
            <a:defRPr b="1"/>
          </a:pPr>
          <a:r>
            <a:rPr lang="en-US"/>
            <a:t>Whaling</a:t>
          </a:r>
        </a:p>
      </dgm:t>
    </dgm:pt>
    <dgm:pt modelId="{893887A1-2FC9-4838-B1AA-5D09317D2D10}" type="parTrans" cxnId="{F1533B51-FD00-485D-9A60-DDEE68358019}">
      <dgm:prSet/>
      <dgm:spPr/>
      <dgm:t>
        <a:bodyPr/>
        <a:lstStyle/>
        <a:p>
          <a:endParaRPr lang="en-US"/>
        </a:p>
      </dgm:t>
    </dgm:pt>
    <dgm:pt modelId="{20D17FAF-FDCB-4D1C-8D89-EA5F3F802432}" type="sibTrans" cxnId="{F1533B51-FD00-485D-9A60-DDEE68358019}">
      <dgm:prSet/>
      <dgm:spPr/>
      <dgm:t>
        <a:bodyPr/>
        <a:lstStyle/>
        <a:p>
          <a:endParaRPr lang="en-US"/>
        </a:p>
      </dgm:t>
    </dgm:pt>
    <dgm:pt modelId="{37923185-6C04-47A1-A7EE-FA278C91118D}">
      <dgm:prSet/>
      <dgm:spPr/>
      <dgm:t>
        <a:bodyPr/>
        <a:lstStyle/>
        <a:p>
          <a:pPr>
            <a:lnSpc>
              <a:spcPct val="100000"/>
            </a:lnSpc>
          </a:pPr>
          <a:r>
            <a:rPr lang="en-US"/>
            <a:t>Everyone likes to catch the big fish. Targeted at High level employees (CEO,CFO,President,VP). Can be extremely convincing.</a:t>
          </a:r>
        </a:p>
      </dgm:t>
    </dgm:pt>
    <dgm:pt modelId="{3F0D6EF3-59F9-4611-94A2-D6F525E0BEF9}" type="parTrans" cxnId="{05ABB148-7FDA-40B0-8AC5-6565935DE004}">
      <dgm:prSet/>
      <dgm:spPr/>
      <dgm:t>
        <a:bodyPr/>
        <a:lstStyle/>
        <a:p>
          <a:endParaRPr lang="en-US"/>
        </a:p>
      </dgm:t>
    </dgm:pt>
    <dgm:pt modelId="{DD032AD5-BAFF-4A64-B4FF-66F153FB85CE}" type="sibTrans" cxnId="{05ABB148-7FDA-40B0-8AC5-6565935DE004}">
      <dgm:prSet/>
      <dgm:spPr/>
      <dgm:t>
        <a:bodyPr/>
        <a:lstStyle/>
        <a:p>
          <a:endParaRPr lang="en-US"/>
        </a:p>
      </dgm:t>
    </dgm:pt>
    <dgm:pt modelId="{BFAF0AA1-9091-4FD7-82AF-438D31CC4F98}" type="pres">
      <dgm:prSet presAssocID="{137788B3-D982-4E3D-BEC4-1353A8BD54DB}" presName="root" presStyleCnt="0">
        <dgm:presLayoutVars>
          <dgm:dir/>
          <dgm:resizeHandles val="exact"/>
        </dgm:presLayoutVars>
      </dgm:prSet>
      <dgm:spPr/>
    </dgm:pt>
    <dgm:pt modelId="{5A7F0F0F-8D32-454A-AEA8-1CF1E38621A8}" type="pres">
      <dgm:prSet presAssocID="{BCE1365A-82DB-48D3-87FD-ABB908CB666A}" presName="compNode" presStyleCnt="0"/>
      <dgm:spPr/>
    </dgm:pt>
    <dgm:pt modelId="{C2E84843-E832-41CB-84C0-6DC66EC4E8DB}" type="pres">
      <dgm:prSet presAssocID="{BCE1365A-82DB-48D3-87FD-ABB908CB666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velope"/>
        </a:ext>
      </dgm:extLst>
    </dgm:pt>
    <dgm:pt modelId="{924DD76F-C2CF-4BEF-BC27-D4224FAE02EF}" type="pres">
      <dgm:prSet presAssocID="{BCE1365A-82DB-48D3-87FD-ABB908CB666A}" presName="iconSpace" presStyleCnt="0"/>
      <dgm:spPr/>
    </dgm:pt>
    <dgm:pt modelId="{92275223-72D6-4485-879C-4E12E95B24AE}" type="pres">
      <dgm:prSet presAssocID="{BCE1365A-82DB-48D3-87FD-ABB908CB666A}" presName="parTx" presStyleLbl="revTx" presStyleIdx="0" presStyleCnt="6">
        <dgm:presLayoutVars>
          <dgm:chMax val="0"/>
          <dgm:chPref val="0"/>
        </dgm:presLayoutVars>
      </dgm:prSet>
      <dgm:spPr/>
    </dgm:pt>
    <dgm:pt modelId="{4A124731-BBB6-4E66-8338-39960E79CDC2}" type="pres">
      <dgm:prSet presAssocID="{BCE1365A-82DB-48D3-87FD-ABB908CB666A}" presName="txSpace" presStyleCnt="0"/>
      <dgm:spPr/>
    </dgm:pt>
    <dgm:pt modelId="{0373E3CB-214B-4717-849C-A628EE492990}" type="pres">
      <dgm:prSet presAssocID="{BCE1365A-82DB-48D3-87FD-ABB908CB666A}" presName="desTx" presStyleLbl="revTx" presStyleIdx="1" presStyleCnt="6">
        <dgm:presLayoutVars/>
      </dgm:prSet>
      <dgm:spPr/>
    </dgm:pt>
    <dgm:pt modelId="{5DDC6453-AAEE-4866-AC1E-C2FFCC8EA6C8}" type="pres">
      <dgm:prSet presAssocID="{5F05DD8A-7744-4633-9B96-E0E70372CD76}" presName="sibTrans" presStyleCnt="0"/>
      <dgm:spPr/>
    </dgm:pt>
    <dgm:pt modelId="{A960BE77-B626-45A6-B04C-B7AAB75276B7}" type="pres">
      <dgm:prSet presAssocID="{8BE4BB6F-6540-43F8-8FC2-BD458D70F331}" presName="compNode" presStyleCnt="0"/>
      <dgm:spPr/>
    </dgm:pt>
    <dgm:pt modelId="{CC7A7B25-C62A-4665-885B-EC71BA1548B0}" type="pres">
      <dgm:prSet presAssocID="{8BE4BB6F-6540-43F8-8FC2-BD458D70F33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3F7B72D7-B019-4DC9-A80A-825539525C2B}" type="pres">
      <dgm:prSet presAssocID="{8BE4BB6F-6540-43F8-8FC2-BD458D70F331}" presName="iconSpace" presStyleCnt="0"/>
      <dgm:spPr/>
    </dgm:pt>
    <dgm:pt modelId="{5244A6C3-3D23-48DA-A4DA-6F9EEA112687}" type="pres">
      <dgm:prSet presAssocID="{8BE4BB6F-6540-43F8-8FC2-BD458D70F331}" presName="parTx" presStyleLbl="revTx" presStyleIdx="2" presStyleCnt="6">
        <dgm:presLayoutVars>
          <dgm:chMax val="0"/>
          <dgm:chPref val="0"/>
        </dgm:presLayoutVars>
      </dgm:prSet>
      <dgm:spPr/>
    </dgm:pt>
    <dgm:pt modelId="{694B6140-8341-43AF-B116-E5D85946CD83}" type="pres">
      <dgm:prSet presAssocID="{8BE4BB6F-6540-43F8-8FC2-BD458D70F331}" presName="txSpace" presStyleCnt="0"/>
      <dgm:spPr/>
    </dgm:pt>
    <dgm:pt modelId="{EDBCC745-EC8D-460E-9BA1-3ACD9F742942}" type="pres">
      <dgm:prSet presAssocID="{8BE4BB6F-6540-43F8-8FC2-BD458D70F331}" presName="desTx" presStyleLbl="revTx" presStyleIdx="3" presStyleCnt="6">
        <dgm:presLayoutVars/>
      </dgm:prSet>
      <dgm:spPr/>
    </dgm:pt>
    <dgm:pt modelId="{26FE2DCA-DE63-45B1-B9A9-B98B53866EA9}" type="pres">
      <dgm:prSet presAssocID="{AF7AFBC4-5C34-4E89-B51A-B36BC23B9A8C}" presName="sibTrans" presStyleCnt="0"/>
      <dgm:spPr/>
    </dgm:pt>
    <dgm:pt modelId="{5C640D06-AA48-49A1-B978-D5BECCA52716}" type="pres">
      <dgm:prSet presAssocID="{2D919BC6-3D5F-42E5-B275-B3235A058DF9}" presName="compNode" presStyleCnt="0"/>
      <dgm:spPr/>
    </dgm:pt>
    <dgm:pt modelId="{398AF098-FFA6-436E-91E7-1179F3E60814}" type="pres">
      <dgm:prSet presAssocID="{2D919BC6-3D5F-42E5-B275-B3235A058DF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ptain"/>
        </a:ext>
      </dgm:extLst>
    </dgm:pt>
    <dgm:pt modelId="{0952AA02-094C-4EBE-AF60-66FAFC171E0B}" type="pres">
      <dgm:prSet presAssocID="{2D919BC6-3D5F-42E5-B275-B3235A058DF9}" presName="iconSpace" presStyleCnt="0"/>
      <dgm:spPr/>
    </dgm:pt>
    <dgm:pt modelId="{469E1D7F-0A79-4B31-9E11-9152F3B47E12}" type="pres">
      <dgm:prSet presAssocID="{2D919BC6-3D5F-42E5-B275-B3235A058DF9}" presName="parTx" presStyleLbl="revTx" presStyleIdx="4" presStyleCnt="6">
        <dgm:presLayoutVars>
          <dgm:chMax val="0"/>
          <dgm:chPref val="0"/>
        </dgm:presLayoutVars>
      </dgm:prSet>
      <dgm:spPr/>
    </dgm:pt>
    <dgm:pt modelId="{79EB1390-95B3-4985-94C5-EC5C2356A6B4}" type="pres">
      <dgm:prSet presAssocID="{2D919BC6-3D5F-42E5-B275-B3235A058DF9}" presName="txSpace" presStyleCnt="0"/>
      <dgm:spPr/>
    </dgm:pt>
    <dgm:pt modelId="{8856B629-8507-40AF-AF4E-73DDB10C6F4D}" type="pres">
      <dgm:prSet presAssocID="{2D919BC6-3D5F-42E5-B275-B3235A058DF9}" presName="desTx" presStyleLbl="revTx" presStyleIdx="5" presStyleCnt="6">
        <dgm:presLayoutVars/>
      </dgm:prSet>
      <dgm:spPr/>
    </dgm:pt>
  </dgm:ptLst>
  <dgm:cxnLst>
    <dgm:cxn modelId="{14F90E0E-8EBD-4055-B7D9-4253443ABBDA}" type="presOf" srcId="{137788B3-D982-4E3D-BEC4-1353A8BD54DB}" destId="{BFAF0AA1-9091-4FD7-82AF-438D31CC4F98}" srcOrd="0" destOrd="0" presId="urn:microsoft.com/office/officeart/2018/2/layout/IconLabelDescriptionList"/>
    <dgm:cxn modelId="{83CB8413-2808-4363-B083-1C4B2CA8D4D7}" srcId="{137788B3-D982-4E3D-BEC4-1353A8BD54DB}" destId="{8BE4BB6F-6540-43F8-8FC2-BD458D70F331}" srcOrd="1" destOrd="0" parTransId="{F44FDFA4-CB92-411B-880D-CBA81C3C5358}" sibTransId="{AF7AFBC4-5C34-4E89-B51A-B36BC23B9A8C}"/>
    <dgm:cxn modelId="{9012CB20-B607-44F2-AB49-10DC48400D4C}" srcId="{BCE1365A-82DB-48D3-87FD-ABB908CB666A}" destId="{D0CBD151-AEBE-4642-9186-1525EB9DAAAA}" srcOrd="0" destOrd="0" parTransId="{7A5A7A0F-A6F8-4ACA-A538-E8C42BD09C11}" sibTransId="{542B0A70-7E04-4E7F-82B5-63CF892C5989}"/>
    <dgm:cxn modelId="{A2BE6860-8D3F-404C-B3B4-DF78DBA3622D}" type="presOf" srcId="{D0CBD151-AEBE-4642-9186-1525EB9DAAAA}" destId="{0373E3CB-214B-4717-849C-A628EE492990}" srcOrd="0" destOrd="0" presId="urn:microsoft.com/office/officeart/2018/2/layout/IconLabelDescriptionList"/>
    <dgm:cxn modelId="{05ABB148-7FDA-40B0-8AC5-6565935DE004}" srcId="{2D919BC6-3D5F-42E5-B275-B3235A058DF9}" destId="{37923185-6C04-47A1-A7EE-FA278C91118D}" srcOrd="0" destOrd="0" parTransId="{3F0D6EF3-59F9-4611-94A2-D6F525E0BEF9}" sibTransId="{DD032AD5-BAFF-4A64-B4FF-66F153FB85CE}"/>
    <dgm:cxn modelId="{F1533B51-FD00-485D-9A60-DDEE68358019}" srcId="{137788B3-D982-4E3D-BEC4-1353A8BD54DB}" destId="{2D919BC6-3D5F-42E5-B275-B3235A058DF9}" srcOrd="2" destOrd="0" parTransId="{893887A1-2FC9-4838-B1AA-5D09317D2D10}" sibTransId="{20D17FAF-FDCB-4D1C-8D89-EA5F3F802432}"/>
    <dgm:cxn modelId="{91E2E075-5316-4457-80F1-098B54DDB097}" type="presOf" srcId="{37923185-6C04-47A1-A7EE-FA278C91118D}" destId="{8856B629-8507-40AF-AF4E-73DDB10C6F4D}" srcOrd="0" destOrd="0" presId="urn:microsoft.com/office/officeart/2018/2/layout/IconLabelDescriptionList"/>
    <dgm:cxn modelId="{23F77A59-C8AE-4D0D-9481-B3D83D61F40E}" type="presOf" srcId="{BCE1365A-82DB-48D3-87FD-ABB908CB666A}" destId="{92275223-72D6-4485-879C-4E12E95B24AE}" srcOrd="0" destOrd="0" presId="urn:microsoft.com/office/officeart/2018/2/layout/IconLabelDescriptionList"/>
    <dgm:cxn modelId="{367B1A92-AF27-49BC-ACCF-2E6A81BB7DDB}" type="presOf" srcId="{2D919BC6-3D5F-42E5-B275-B3235A058DF9}" destId="{469E1D7F-0A79-4B31-9E11-9152F3B47E12}" srcOrd="0" destOrd="0" presId="urn:microsoft.com/office/officeart/2018/2/layout/IconLabelDescriptionList"/>
    <dgm:cxn modelId="{A3211599-2678-4601-A1AE-C8C883379A19}" type="presOf" srcId="{8BE4BB6F-6540-43F8-8FC2-BD458D70F331}" destId="{5244A6C3-3D23-48DA-A4DA-6F9EEA112687}" srcOrd="0" destOrd="0" presId="urn:microsoft.com/office/officeart/2018/2/layout/IconLabelDescriptionList"/>
    <dgm:cxn modelId="{EDE5C4D4-106B-4FF5-A252-071716991EC7}" srcId="{8BE4BB6F-6540-43F8-8FC2-BD458D70F331}" destId="{3B3C858A-AD35-4217-91AB-098233C1286F}" srcOrd="0" destOrd="0" parTransId="{B16317CE-FBE6-4076-B058-D4F8F274C578}" sibTransId="{04A1CD69-9119-4A46-BDDA-A0C8C03310F3}"/>
    <dgm:cxn modelId="{F435BBEC-B251-42B4-81DE-BCA6CC3AD609}" srcId="{137788B3-D982-4E3D-BEC4-1353A8BD54DB}" destId="{BCE1365A-82DB-48D3-87FD-ABB908CB666A}" srcOrd="0" destOrd="0" parTransId="{BD6277A4-7DFC-4E1A-8890-7890950BE00C}" sibTransId="{5F05DD8A-7744-4633-9B96-E0E70372CD76}"/>
    <dgm:cxn modelId="{CFABEAEF-E027-4269-8471-451C13739BF6}" type="presOf" srcId="{3B3C858A-AD35-4217-91AB-098233C1286F}" destId="{EDBCC745-EC8D-460E-9BA1-3ACD9F742942}" srcOrd="0" destOrd="0" presId="urn:microsoft.com/office/officeart/2018/2/layout/IconLabelDescriptionList"/>
    <dgm:cxn modelId="{ED34DDEE-6669-452E-BB90-C21F542CB4B3}" type="presParOf" srcId="{BFAF0AA1-9091-4FD7-82AF-438D31CC4F98}" destId="{5A7F0F0F-8D32-454A-AEA8-1CF1E38621A8}" srcOrd="0" destOrd="0" presId="urn:microsoft.com/office/officeart/2018/2/layout/IconLabelDescriptionList"/>
    <dgm:cxn modelId="{A2AEEC71-4ECC-4E83-982E-47A6CBFFF33B}" type="presParOf" srcId="{5A7F0F0F-8D32-454A-AEA8-1CF1E38621A8}" destId="{C2E84843-E832-41CB-84C0-6DC66EC4E8DB}" srcOrd="0" destOrd="0" presId="urn:microsoft.com/office/officeart/2018/2/layout/IconLabelDescriptionList"/>
    <dgm:cxn modelId="{12088338-5946-4835-9A38-76E97C4B0038}" type="presParOf" srcId="{5A7F0F0F-8D32-454A-AEA8-1CF1E38621A8}" destId="{924DD76F-C2CF-4BEF-BC27-D4224FAE02EF}" srcOrd="1" destOrd="0" presId="urn:microsoft.com/office/officeart/2018/2/layout/IconLabelDescriptionList"/>
    <dgm:cxn modelId="{9A006E3A-C74D-45FA-81F2-76CEF9AF726B}" type="presParOf" srcId="{5A7F0F0F-8D32-454A-AEA8-1CF1E38621A8}" destId="{92275223-72D6-4485-879C-4E12E95B24AE}" srcOrd="2" destOrd="0" presId="urn:microsoft.com/office/officeart/2018/2/layout/IconLabelDescriptionList"/>
    <dgm:cxn modelId="{87C24384-2707-40A4-A1C0-9221C7F26DF6}" type="presParOf" srcId="{5A7F0F0F-8D32-454A-AEA8-1CF1E38621A8}" destId="{4A124731-BBB6-4E66-8338-39960E79CDC2}" srcOrd="3" destOrd="0" presId="urn:microsoft.com/office/officeart/2018/2/layout/IconLabelDescriptionList"/>
    <dgm:cxn modelId="{F443C777-5716-4B28-8D6E-B2954E29D38E}" type="presParOf" srcId="{5A7F0F0F-8D32-454A-AEA8-1CF1E38621A8}" destId="{0373E3CB-214B-4717-849C-A628EE492990}" srcOrd="4" destOrd="0" presId="urn:microsoft.com/office/officeart/2018/2/layout/IconLabelDescriptionList"/>
    <dgm:cxn modelId="{85757CCD-99FF-4C60-B2E4-13EA6342FF36}" type="presParOf" srcId="{BFAF0AA1-9091-4FD7-82AF-438D31CC4F98}" destId="{5DDC6453-AAEE-4866-AC1E-C2FFCC8EA6C8}" srcOrd="1" destOrd="0" presId="urn:microsoft.com/office/officeart/2018/2/layout/IconLabelDescriptionList"/>
    <dgm:cxn modelId="{72CDE986-86AC-4D13-8579-3C0FD23336C8}" type="presParOf" srcId="{BFAF0AA1-9091-4FD7-82AF-438D31CC4F98}" destId="{A960BE77-B626-45A6-B04C-B7AAB75276B7}" srcOrd="2" destOrd="0" presId="urn:microsoft.com/office/officeart/2018/2/layout/IconLabelDescriptionList"/>
    <dgm:cxn modelId="{DCCF3BA1-54BB-4BE1-ADCF-68FF09A501CB}" type="presParOf" srcId="{A960BE77-B626-45A6-B04C-B7AAB75276B7}" destId="{CC7A7B25-C62A-4665-885B-EC71BA1548B0}" srcOrd="0" destOrd="0" presId="urn:microsoft.com/office/officeart/2018/2/layout/IconLabelDescriptionList"/>
    <dgm:cxn modelId="{DBAABA4F-733D-4085-BD23-7B8860471F7F}" type="presParOf" srcId="{A960BE77-B626-45A6-B04C-B7AAB75276B7}" destId="{3F7B72D7-B019-4DC9-A80A-825539525C2B}" srcOrd="1" destOrd="0" presId="urn:microsoft.com/office/officeart/2018/2/layout/IconLabelDescriptionList"/>
    <dgm:cxn modelId="{10CF4BBC-37AD-4748-9EBB-B62FECBB6E8C}" type="presParOf" srcId="{A960BE77-B626-45A6-B04C-B7AAB75276B7}" destId="{5244A6C3-3D23-48DA-A4DA-6F9EEA112687}" srcOrd="2" destOrd="0" presId="urn:microsoft.com/office/officeart/2018/2/layout/IconLabelDescriptionList"/>
    <dgm:cxn modelId="{3E38E96C-793F-4CC0-A678-99A638573747}" type="presParOf" srcId="{A960BE77-B626-45A6-B04C-B7AAB75276B7}" destId="{694B6140-8341-43AF-B116-E5D85946CD83}" srcOrd="3" destOrd="0" presId="urn:microsoft.com/office/officeart/2018/2/layout/IconLabelDescriptionList"/>
    <dgm:cxn modelId="{3B2C01B5-9FD3-4541-BAB3-37DDDB7DE608}" type="presParOf" srcId="{A960BE77-B626-45A6-B04C-B7AAB75276B7}" destId="{EDBCC745-EC8D-460E-9BA1-3ACD9F742942}" srcOrd="4" destOrd="0" presId="urn:microsoft.com/office/officeart/2018/2/layout/IconLabelDescriptionList"/>
    <dgm:cxn modelId="{08F66B2A-5A3B-4FA1-8A68-6F7114941D10}" type="presParOf" srcId="{BFAF0AA1-9091-4FD7-82AF-438D31CC4F98}" destId="{26FE2DCA-DE63-45B1-B9A9-B98B53866EA9}" srcOrd="3" destOrd="0" presId="urn:microsoft.com/office/officeart/2018/2/layout/IconLabelDescriptionList"/>
    <dgm:cxn modelId="{4E2AF38E-F7EE-4F90-951E-86F6FBCAEF7E}" type="presParOf" srcId="{BFAF0AA1-9091-4FD7-82AF-438D31CC4F98}" destId="{5C640D06-AA48-49A1-B978-D5BECCA52716}" srcOrd="4" destOrd="0" presId="urn:microsoft.com/office/officeart/2018/2/layout/IconLabelDescriptionList"/>
    <dgm:cxn modelId="{2C74D36D-F12A-4727-9E6A-C2752C339C9D}" type="presParOf" srcId="{5C640D06-AA48-49A1-B978-D5BECCA52716}" destId="{398AF098-FFA6-436E-91E7-1179F3E60814}" srcOrd="0" destOrd="0" presId="urn:microsoft.com/office/officeart/2018/2/layout/IconLabelDescriptionList"/>
    <dgm:cxn modelId="{265431FD-543F-48E5-A686-123EC38986EC}" type="presParOf" srcId="{5C640D06-AA48-49A1-B978-D5BECCA52716}" destId="{0952AA02-094C-4EBE-AF60-66FAFC171E0B}" srcOrd="1" destOrd="0" presId="urn:microsoft.com/office/officeart/2018/2/layout/IconLabelDescriptionList"/>
    <dgm:cxn modelId="{4FC5BB88-3710-485C-99FB-11CD165A1C5E}" type="presParOf" srcId="{5C640D06-AA48-49A1-B978-D5BECCA52716}" destId="{469E1D7F-0A79-4B31-9E11-9152F3B47E12}" srcOrd="2" destOrd="0" presId="urn:microsoft.com/office/officeart/2018/2/layout/IconLabelDescriptionList"/>
    <dgm:cxn modelId="{8A18CF63-297E-4A77-A156-1B72A25F6DC8}" type="presParOf" srcId="{5C640D06-AA48-49A1-B978-D5BECCA52716}" destId="{79EB1390-95B3-4985-94C5-EC5C2356A6B4}" srcOrd="3" destOrd="0" presId="urn:microsoft.com/office/officeart/2018/2/layout/IconLabelDescriptionList"/>
    <dgm:cxn modelId="{7F541FF8-7D0F-4449-BD5E-C0C3C5D587EB}" type="presParOf" srcId="{5C640D06-AA48-49A1-B978-D5BECCA52716}" destId="{8856B629-8507-40AF-AF4E-73DDB10C6F4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DCD883A-BA01-4741-87DF-64F717C78C85}"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90626C4-74CF-44D2-845E-F9E5637A51C2}">
      <dgm:prSet/>
      <dgm:spPr/>
      <dgm:t>
        <a:bodyPr/>
        <a:lstStyle/>
        <a:p>
          <a:pPr>
            <a:lnSpc>
              <a:spcPct val="100000"/>
            </a:lnSpc>
            <a:defRPr cap="all"/>
          </a:pPr>
          <a:r>
            <a:rPr lang="en-US" dirty="0"/>
            <a:t>Pay attention to the close details</a:t>
          </a:r>
        </a:p>
      </dgm:t>
    </dgm:pt>
    <dgm:pt modelId="{7DC4C7C9-0B04-4A12-9DAC-E71410CAB771}" type="parTrans" cxnId="{358F83AB-8752-43F5-8677-9B266FA50960}">
      <dgm:prSet/>
      <dgm:spPr/>
      <dgm:t>
        <a:bodyPr/>
        <a:lstStyle/>
        <a:p>
          <a:endParaRPr lang="en-US"/>
        </a:p>
      </dgm:t>
    </dgm:pt>
    <dgm:pt modelId="{E519E9D7-267B-4397-9029-653950D28E38}" type="sibTrans" cxnId="{358F83AB-8752-43F5-8677-9B266FA50960}">
      <dgm:prSet/>
      <dgm:spPr/>
      <dgm:t>
        <a:bodyPr/>
        <a:lstStyle/>
        <a:p>
          <a:endParaRPr lang="en-US"/>
        </a:p>
      </dgm:t>
    </dgm:pt>
    <dgm:pt modelId="{8B1AE06D-33D0-4C8A-84C4-4C1E08DB792E}">
      <dgm:prSet/>
      <dgm:spPr/>
      <dgm:t>
        <a:bodyPr/>
        <a:lstStyle/>
        <a:p>
          <a:pPr>
            <a:lnSpc>
              <a:spcPct val="100000"/>
            </a:lnSpc>
            <a:defRPr cap="all"/>
          </a:pPr>
          <a:r>
            <a:rPr lang="en-US"/>
            <a:t>Sender Address</a:t>
          </a:r>
        </a:p>
      </dgm:t>
    </dgm:pt>
    <dgm:pt modelId="{7D5F80D8-20AF-4016-8619-99B07BC422BC}" type="parTrans" cxnId="{933A9E4C-A567-4133-AEAD-C11D5C50A1C5}">
      <dgm:prSet/>
      <dgm:spPr/>
      <dgm:t>
        <a:bodyPr/>
        <a:lstStyle/>
        <a:p>
          <a:endParaRPr lang="en-US"/>
        </a:p>
      </dgm:t>
    </dgm:pt>
    <dgm:pt modelId="{1D660664-BF61-4BF0-B306-9E911D306DDB}" type="sibTrans" cxnId="{933A9E4C-A567-4133-AEAD-C11D5C50A1C5}">
      <dgm:prSet/>
      <dgm:spPr/>
      <dgm:t>
        <a:bodyPr/>
        <a:lstStyle/>
        <a:p>
          <a:endParaRPr lang="en-US"/>
        </a:p>
      </dgm:t>
    </dgm:pt>
    <dgm:pt modelId="{55DA5AEE-1C38-49F2-9096-1F6F24C868B1}">
      <dgm:prSet/>
      <dgm:spPr/>
      <dgm:t>
        <a:bodyPr/>
        <a:lstStyle/>
        <a:p>
          <a:pPr>
            <a:lnSpc>
              <a:spcPct val="100000"/>
            </a:lnSpc>
            <a:defRPr cap="all"/>
          </a:pPr>
          <a:r>
            <a:rPr lang="en-US"/>
            <a:t>Grammar in the email</a:t>
          </a:r>
        </a:p>
      </dgm:t>
    </dgm:pt>
    <dgm:pt modelId="{79DCC961-F611-49CA-8F77-E763229534D8}" type="parTrans" cxnId="{1576A358-1440-4B4E-ADD9-C6F164301FC2}">
      <dgm:prSet/>
      <dgm:spPr/>
      <dgm:t>
        <a:bodyPr/>
        <a:lstStyle/>
        <a:p>
          <a:endParaRPr lang="en-US"/>
        </a:p>
      </dgm:t>
    </dgm:pt>
    <dgm:pt modelId="{879970D9-EE7E-4BE5-9BBB-D9E39BDBAAAE}" type="sibTrans" cxnId="{1576A358-1440-4B4E-ADD9-C6F164301FC2}">
      <dgm:prSet/>
      <dgm:spPr/>
      <dgm:t>
        <a:bodyPr/>
        <a:lstStyle/>
        <a:p>
          <a:endParaRPr lang="en-US"/>
        </a:p>
      </dgm:t>
    </dgm:pt>
    <dgm:pt modelId="{0293FB17-3AAD-4DE0-9999-B5CB9D256C0C}">
      <dgm:prSet/>
      <dgm:spPr/>
      <dgm:t>
        <a:bodyPr/>
        <a:lstStyle/>
        <a:p>
          <a:pPr>
            <a:lnSpc>
              <a:spcPct val="100000"/>
            </a:lnSpc>
            <a:defRPr cap="all"/>
          </a:pPr>
          <a:r>
            <a:rPr lang="en-US"/>
            <a:t>Verify Links</a:t>
          </a:r>
        </a:p>
      </dgm:t>
    </dgm:pt>
    <dgm:pt modelId="{415A5E3A-9272-40CF-9C9E-63BC720BE7B2}" type="parTrans" cxnId="{BF443ED1-5A0E-493A-9B75-02FBD94DEA39}">
      <dgm:prSet/>
      <dgm:spPr/>
      <dgm:t>
        <a:bodyPr/>
        <a:lstStyle/>
        <a:p>
          <a:endParaRPr lang="en-US"/>
        </a:p>
      </dgm:t>
    </dgm:pt>
    <dgm:pt modelId="{E4D276F8-15DE-4E82-BCEE-B9AC40DB0EE5}" type="sibTrans" cxnId="{BF443ED1-5A0E-493A-9B75-02FBD94DEA39}">
      <dgm:prSet/>
      <dgm:spPr/>
      <dgm:t>
        <a:bodyPr/>
        <a:lstStyle/>
        <a:p>
          <a:endParaRPr lang="en-US"/>
        </a:p>
      </dgm:t>
    </dgm:pt>
    <dgm:pt modelId="{6503C8F4-B767-4321-ADEE-68EA717E4F5B}">
      <dgm:prSet/>
      <dgm:spPr/>
      <dgm:t>
        <a:bodyPr/>
        <a:lstStyle/>
        <a:p>
          <a:pPr>
            <a:lnSpc>
              <a:spcPct val="100000"/>
            </a:lnSpc>
            <a:defRPr cap="all"/>
          </a:pPr>
          <a:r>
            <a:rPr lang="en-US"/>
            <a:t>Pay attention to attachments </a:t>
          </a:r>
        </a:p>
      </dgm:t>
    </dgm:pt>
    <dgm:pt modelId="{B65F78DC-9A11-4088-8E15-7E72752656C4}" type="parTrans" cxnId="{7E15CE47-611B-41B9-AEDC-4EE978489B42}">
      <dgm:prSet/>
      <dgm:spPr/>
      <dgm:t>
        <a:bodyPr/>
        <a:lstStyle/>
        <a:p>
          <a:endParaRPr lang="en-US"/>
        </a:p>
      </dgm:t>
    </dgm:pt>
    <dgm:pt modelId="{434C2B49-8795-47E0-A4B5-FFD73F2AB071}" type="sibTrans" cxnId="{7E15CE47-611B-41B9-AEDC-4EE978489B42}">
      <dgm:prSet/>
      <dgm:spPr/>
      <dgm:t>
        <a:bodyPr/>
        <a:lstStyle/>
        <a:p>
          <a:endParaRPr lang="en-US"/>
        </a:p>
      </dgm:t>
    </dgm:pt>
    <dgm:pt modelId="{0A8DE286-E16F-4A38-AEE6-0EA15DA4F10B}" type="pres">
      <dgm:prSet presAssocID="{BDCD883A-BA01-4741-87DF-64F717C78C85}" presName="root" presStyleCnt="0">
        <dgm:presLayoutVars>
          <dgm:dir/>
          <dgm:resizeHandles val="exact"/>
        </dgm:presLayoutVars>
      </dgm:prSet>
      <dgm:spPr/>
    </dgm:pt>
    <dgm:pt modelId="{0D8B9543-E396-4CE9-81DC-9AFE9F063798}" type="pres">
      <dgm:prSet presAssocID="{C90626C4-74CF-44D2-845E-F9E5637A51C2}" presName="compNode" presStyleCnt="0"/>
      <dgm:spPr/>
    </dgm:pt>
    <dgm:pt modelId="{46F4A3CC-F129-43AF-B3CC-819B6D0160C4}" type="pres">
      <dgm:prSet presAssocID="{C90626C4-74CF-44D2-845E-F9E5637A51C2}" presName="iconBgRect" presStyleLbl="bgShp" presStyleIdx="0" presStyleCnt="5"/>
      <dgm:spPr>
        <a:prstGeom prst="round2DiagRect">
          <a:avLst>
            <a:gd name="adj1" fmla="val 29727"/>
            <a:gd name="adj2" fmla="val 0"/>
          </a:avLst>
        </a:prstGeom>
      </dgm:spPr>
    </dgm:pt>
    <dgm:pt modelId="{B40B57EB-9A7C-416A-AA33-56A7601D8974}" type="pres">
      <dgm:prSet presAssocID="{C90626C4-74CF-44D2-845E-F9E5637A51C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9DB6CAC2-6BAE-4CE1-B2D0-340653FE7482}" type="pres">
      <dgm:prSet presAssocID="{C90626C4-74CF-44D2-845E-F9E5637A51C2}" presName="spaceRect" presStyleCnt="0"/>
      <dgm:spPr/>
    </dgm:pt>
    <dgm:pt modelId="{EBD1269E-3355-4756-AC6A-D0159DBF3244}" type="pres">
      <dgm:prSet presAssocID="{C90626C4-74CF-44D2-845E-F9E5637A51C2}" presName="textRect" presStyleLbl="revTx" presStyleIdx="0" presStyleCnt="5">
        <dgm:presLayoutVars>
          <dgm:chMax val="1"/>
          <dgm:chPref val="1"/>
        </dgm:presLayoutVars>
      </dgm:prSet>
      <dgm:spPr/>
    </dgm:pt>
    <dgm:pt modelId="{5F75D560-61E1-4343-B269-34F13473C9C3}" type="pres">
      <dgm:prSet presAssocID="{E519E9D7-267B-4397-9029-653950D28E38}" presName="sibTrans" presStyleCnt="0"/>
      <dgm:spPr/>
    </dgm:pt>
    <dgm:pt modelId="{27F2BB4C-5CB2-4FEA-B7BB-9742228E4882}" type="pres">
      <dgm:prSet presAssocID="{8B1AE06D-33D0-4C8A-84C4-4C1E08DB792E}" presName="compNode" presStyleCnt="0"/>
      <dgm:spPr/>
    </dgm:pt>
    <dgm:pt modelId="{CF9630AA-7DA3-4954-8DB2-4A1BE867B8FB}" type="pres">
      <dgm:prSet presAssocID="{8B1AE06D-33D0-4C8A-84C4-4C1E08DB792E}" presName="iconBgRect" presStyleLbl="bgShp" presStyleIdx="1" presStyleCnt="5"/>
      <dgm:spPr>
        <a:prstGeom prst="round2DiagRect">
          <a:avLst>
            <a:gd name="adj1" fmla="val 29727"/>
            <a:gd name="adj2" fmla="val 0"/>
          </a:avLst>
        </a:prstGeom>
      </dgm:spPr>
    </dgm:pt>
    <dgm:pt modelId="{FF80C1A6-3FEC-459F-9EF9-FFC5BB44F5E8}" type="pres">
      <dgm:prSet presAssocID="{8B1AE06D-33D0-4C8A-84C4-4C1E08DB792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04DAD6C2-D1CA-4AD5-AAE4-41FCB519413F}" type="pres">
      <dgm:prSet presAssocID="{8B1AE06D-33D0-4C8A-84C4-4C1E08DB792E}" presName="spaceRect" presStyleCnt="0"/>
      <dgm:spPr/>
    </dgm:pt>
    <dgm:pt modelId="{F7FEEA4E-2855-42E8-8488-C8104630531E}" type="pres">
      <dgm:prSet presAssocID="{8B1AE06D-33D0-4C8A-84C4-4C1E08DB792E}" presName="textRect" presStyleLbl="revTx" presStyleIdx="1" presStyleCnt="5">
        <dgm:presLayoutVars>
          <dgm:chMax val="1"/>
          <dgm:chPref val="1"/>
        </dgm:presLayoutVars>
      </dgm:prSet>
      <dgm:spPr/>
    </dgm:pt>
    <dgm:pt modelId="{034F2F0C-6C8D-425D-872A-72A060E25435}" type="pres">
      <dgm:prSet presAssocID="{1D660664-BF61-4BF0-B306-9E911D306DDB}" presName="sibTrans" presStyleCnt="0"/>
      <dgm:spPr/>
    </dgm:pt>
    <dgm:pt modelId="{6DC3DA30-7168-49A2-97A1-2F38A1DEEA1C}" type="pres">
      <dgm:prSet presAssocID="{55DA5AEE-1C38-49F2-9096-1F6F24C868B1}" presName="compNode" presStyleCnt="0"/>
      <dgm:spPr/>
    </dgm:pt>
    <dgm:pt modelId="{64ED753B-0D93-46DB-A80F-BA6485570DE4}" type="pres">
      <dgm:prSet presAssocID="{55DA5AEE-1C38-49F2-9096-1F6F24C868B1}" presName="iconBgRect" presStyleLbl="bgShp" presStyleIdx="2" presStyleCnt="5"/>
      <dgm:spPr>
        <a:prstGeom prst="round2DiagRect">
          <a:avLst>
            <a:gd name="adj1" fmla="val 29727"/>
            <a:gd name="adj2" fmla="val 0"/>
          </a:avLst>
        </a:prstGeom>
      </dgm:spPr>
    </dgm:pt>
    <dgm:pt modelId="{B6262C03-2B3C-4CEE-A67B-F61776032CE7}" type="pres">
      <dgm:prSet presAssocID="{55DA5AEE-1C38-49F2-9096-1F6F24C868B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ilbox"/>
        </a:ext>
      </dgm:extLst>
    </dgm:pt>
    <dgm:pt modelId="{F3A072C6-EB57-4F33-9AA7-887CBF12893F}" type="pres">
      <dgm:prSet presAssocID="{55DA5AEE-1C38-49F2-9096-1F6F24C868B1}" presName="spaceRect" presStyleCnt="0"/>
      <dgm:spPr/>
    </dgm:pt>
    <dgm:pt modelId="{0E28CCBA-AD83-4FC0-B127-BE0C04410392}" type="pres">
      <dgm:prSet presAssocID="{55DA5AEE-1C38-49F2-9096-1F6F24C868B1}" presName="textRect" presStyleLbl="revTx" presStyleIdx="2" presStyleCnt="5">
        <dgm:presLayoutVars>
          <dgm:chMax val="1"/>
          <dgm:chPref val="1"/>
        </dgm:presLayoutVars>
      </dgm:prSet>
      <dgm:spPr/>
    </dgm:pt>
    <dgm:pt modelId="{B1BF06AA-EC9B-4498-9DB8-54EB5B4FCB8A}" type="pres">
      <dgm:prSet presAssocID="{879970D9-EE7E-4BE5-9BBB-D9E39BDBAAAE}" presName="sibTrans" presStyleCnt="0"/>
      <dgm:spPr/>
    </dgm:pt>
    <dgm:pt modelId="{0B4436DF-D4C3-431F-9543-3AC6AF563F4A}" type="pres">
      <dgm:prSet presAssocID="{0293FB17-3AAD-4DE0-9999-B5CB9D256C0C}" presName="compNode" presStyleCnt="0"/>
      <dgm:spPr/>
    </dgm:pt>
    <dgm:pt modelId="{69FA76D9-BFBD-453A-9081-08E00D5F5B89}" type="pres">
      <dgm:prSet presAssocID="{0293FB17-3AAD-4DE0-9999-B5CB9D256C0C}" presName="iconBgRect" presStyleLbl="bgShp" presStyleIdx="3" presStyleCnt="5"/>
      <dgm:spPr>
        <a:prstGeom prst="round2DiagRect">
          <a:avLst>
            <a:gd name="adj1" fmla="val 29727"/>
            <a:gd name="adj2" fmla="val 0"/>
          </a:avLst>
        </a:prstGeom>
      </dgm:spPr>
    </dgm:pt>
    <dgm:pt modelId="{71F01A22-2920-4D9C-B217-ED64BF3B0F00}" type="pres">
      <dgm:prSet presAssocID="{0293FB17-3AAD-4DE0-9999-B5CB9D256C0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nk"/>
        </a:ext>
      </dgm:extLst>
    </dgm:pt>
    <dgm:pt modelId="{0826911B-1AB4-4205-BE8D-77A77D88B902}" type="pres">
      <dgm:prSet presAssocID="{0293FB17-3AAD-4DE0-9999-B5CB9D256C0C}" presName="spaceRect" presStyleCnt="0"/>
      <dgm:spPr/>
    </dgm:pt>
    <dgm:pt modelId="{1685127E-EF09-4FDA-9F72-EC381A6C8398}" type="pres">
      <dgm:prSet presAssocID="{0293FB17-3AAD-4DE0-9999-B5CB9D256C0C}" presName="textRect" presStyleLbl="revTx" presStyleIdx="3" presStyleCnt="5">
        <dgm:presLayoutVars>
          <dgm:chMax val="1"/>
          <dgm:chPref val="1"/>
        </dgm:presLayoutVars>
      </dgm:prSet>
      <dgm:spPr/>
    </dgm:pt>
    <dgm:pt modelId="{1C4E2AB3-F973-4605-AB0F-04473F06D78A}" type="pres">
      <dgm:prSet presAssocID="{E4D276F8-15DE-4E82-BCEE-B9AC40DB0EE5}" presName="sibTrans" presStyleCnt="0"/>
      <dgm:spPr/>
    </dgm:pt>
    <dgm:pt modelId="{12133DF5-DF78-4D26-8C3F-443129BAEE2A}" type="pres">
      <dgm:prSet presAssocID="{6503C8F4-B767-4321-ADEE-68EA717E4F5B}" presName="compNode" presStyleCnt="0"/>
      <dgm:spPr/>
    </dgm:pt>
    <dgm:pt modelId="{F9E23814-F014-4005-A507-DD3B736D5351}" type="pres">
      <dgm:prSet presAssocID="{6503C8F4-B767-4321-ADEE-68EA717E4F5B}" presName="iconBgRect" presStyleLbl="bgShp" presStyleIdx="4" presStyleCnt="5"/>
      <dgm:spPr>
        <a:prstGeom prst="round2DiagRect">
          <a:avLst>
            <a:gd name="adj1" fmla="val 29727"/>
            <a:gd name="adj2" fmla="val 0"/>
          </a:avLst>
        </a:prstGeom>
      </dgm:spPr>
    </dgm:pt>
    <dgm:pt modelId="{F33C22E0-8074-40BD-B471-F07ACEBB3476}" type="pres">
      <dgm:prSet presAssocID="{6503C8F4-B767-4321-ADEE-68EA717E4F5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arning"/>
        </a:ext>
      </dgm:extLst>
    </dgm:pt>
    <dgm:pt modelId="{32424B78-6937-4D44-A19D-382F0C5382F3}" type="pres">
      <dgm:prSet presAssocID="{6503C8F4-B767-4321-ADEE-68EA717E4F5B}" presName="spaceRect" presStyleCnt="0"/>
      <dgm:spPr/>
    </dgm:pt>
    <dgm:pt modelId="{E5A4BAB1-3E76-42CA-9379-CA4245E4D849}" type="pres">
      <dgm:prSet presAssocID="{6503C8F4-B767-4321-ADEE-68EA717E4F5B}" presName="textRect" presStyleLbl="revTx" presStyleIdx="4" presStyleCnt="5">
        <dgm:presLayoutVars>
          <dgm:chMax val="1"/>
          <dgm:chPref val="1"/>
        </dgm:presLayoutVars>
      </dgm:prSet>
      <dgm:spPr/>
    </dgm:pt>
  </dgm:ptLst>
  <dgm:cxnLst>
    <dgm:cxn modelId="{56F9D203-AABE-4123-AA23-CDA538788BE2}" type="presOf" srcId="{BDCD883A-BA01-4741-87DF-64F717C78C85}" destId="{0A8DE286-E16F-4A38-AEE6-0EA15DA4F10B}" srcOrd="0" destOrd="0" presId="urn:microsoft.com/office/officeart/2018/5/layout/IconLeafLabelList"/>
    <dgm:cxn modelId="{2477B70B-74AF-47C9-856B-3A7C9FB25945}" type="presOf" srcId="{8B1AE06D-33D0-4C8A-84C4-4C1E08DB792E}" destId="{F7FEEA4E-2855-42E8-8488-C8104630531E}" srcOrd="0" destOrd="0" presId="urn:microsoft.com/office/officeart/2018/5/layout/IconLeafLabelList"/>
    <dgm:cxn modelId="{C91E4A5F-AD49-45C9-A0CA-C634363118C4}" type="presOf" srcId="{6503C8F4-B767-4321-ADEE-68EA717E4F5B}" destId="{E5A4BAB1-3E76-42CA-9379-CA4245E4D849}" srcOrd="0" destOrd="0" presId="urn:microsoft.com/office/officeart/2018/5/layout/IconLeafLabelList"/>
    <dgm:cxn modelId="{7E15CE47-611B-41B9-AEDC-4EE978489B42}" srcId="{BDCD883A-BA01-4741-87DF-64F717C78C85}" destId="{6503C8F4-B767-4321-ADEE-68EA717E4F5B}" srcOrd="4" destOrd="0" parTransId="{B65F78DC-9A11-4088-8E15-7E72752656C4}" sibTransId="{434C2B49-8795-47E0-A4B5-FFD73F2AB071}"/>
    <dgm:cxn modelId="{933A9E4C-A567-4133-AEAD-C11D5C50A1C5}" srcId="{BDCD883A-BA01-4741-87DF-64F717C78C85}" destId="{8B1AE06D-33D0-4C8A-84C4-4C1E08DB792E}" srcOrd="1" destOrd="0" parTransId="{7D5F80D8-20AF-4016-8619-99B07BC422BC}" sibTransId="{1D660664-BF61-4BF0-B306-9E911D306DDB}"/>
    <dgm:cxn modelId="{E1CC3951-A702-46ED-916B-E5486FE11000}" type="presOf" srcId="{C90626C4-74CF-44D2-845E-F9E5637A51C2}" destId="{EBD1269E-3355-4756-AC6A-D0159DBF3244}" srcOrd="0" destOrd="0" presId="urn:microsoft.com/office/officeart/2018/5/layout/IconLeafLabelList"/>
    <dgm:cxn modelId="{1576A358-1440-4B4E-ADD9-C6F164301FC2}" srcId="{BDCD883A-BA01-4741-87DF-64F717C78C85}" destId="{55DA5AEE-1C38-49F2-9096-1F6F24C868B1}" srcOrd="2" destOrd="0" parTransId="{79DCC961-F611-49CA-8F77-E763229534D8}" sibTransId="{879970D9-EE7E-4BE5-9BBB-D9E39BDBAAAE}"/>
    <dgm:cxn modelId="{6AB1D4A3-069E-4F26-8EC1-EF82A945C888}" type="presOf" srcId="{0293FB17-3AAD-4DE0-9999-B5CB9D256C0C}" destId="{1685127E-EF09-4FDA-9F72-EC381A6C8398}" srcOrd="0" destOrd="0" presId="urn:microsoft.com/office/officeart/2018/5/layout/IconLeafLabelList"/>
    <dgm:cxn modelId="{358F83AB-8752-43F5-8677-9B266FA50960}" srcId="{BDCD883A-BA01-4741-87DF-64F717C78C85}" destId="{C90626C4-74CF-44D2-845E-F9E5637A51C2}" srcOrd="0" destOrd="0" parTransId="{7DC4C7C9-0B04-4A12-9DAC-E71410CAB771}" sibTransId="{E519E9D7-267B-4397-9029-653950D28E38}"/>
    <dgm:cxn modelId="{BF443ED1-5A0E-493A-9B75-02FBD94DEA39}" srcId="{BDCD883A-BA01-4741-87DF-64F717C78C85}" destId="{0293FB17-3AAD-4DE0-9999-B5CB9D256C0C}" srcOrd="3" destOrd="0" parTransId="{415A5E3A-9272-40CF-9C9E-63BC720BE7B2}" sibTransId="{E4D276F8-15DE-4E82-BCEE-B9AC40DB0EE5}"/>
    <dgm:cxn modelId="{CD9FC7E8-5E9D-47BE-A2E4-507280E10604}" type="presOf" srcId="{55DA5AEE-1C38-49F2-9096-1F6F24C868B1}" destId="{0E28CCBA-AD83-4FC0-B127-BE0C04410392}" srcOrd="0" destOrd="0" presId="urn:microsoft.com/office/officeart/2018/5/layout/IconLeafLabelList"/>
    <dgm:cxn modelId="{A299FD01-8FE2-4F48-A891-76B25841C5A2}" type="presParOf" srcId="{0A8DE286-E16F-4A38-AEE6-0EA15DA4F10B}" destId="{0D8B9543-E396-4CE9-81DC-9AFE9F063798}" srcOrd="0" destOrd="0" presId="urn:microsoft.com/office/officeart/2018/5/layout/IconLeafLabelList"/>
    <dgm:cxn modelId="{7799C2F0-DB55-4656-91FF-941E2B32912B}" type="presParOf" srcId="{0D8B9543-E396-4CE9-81DC-9AFE9F063798}" destId="{46F4A3CC-F129-43AF-B3CC-819B6D0160C4}" srcOrd="0" destOrd="0" presId="urn:microsoft.com/office/officeart/2018/5/layout/IconLeafLabelList"/>
    <dgm:cxn modelId="{DF6C6A85-FCE0-4C3B-AC73-99F99C1C23EA}" type="presParOf" srcId="{0D8B9543-E396-4CE9-81DC-9AFE9F063798}" destId="{B40B57EB-9A7C-416A-AA33-56A7601D8974}" srcOrd="1" destOrd="0" presId="urn:microsoft.com/office/officeart/2018/5/layout/IconLeafLabelList"/>
    <dgm:cxn modelId="{629219FE-9EAC-424F-8AC1-E26E8863BFFE}" type="presParOf" srcId="{0D8B9543-E396-4CE9-81DC-9AFE9F063798}" destId="{9DB6CAC2-6BAE-4CE1-B2D0-340653FE7482}" srcOrd="2" destOrd="0" presId="urn:microsoft.com/office/officeart/2018/5/layout/IconLeafLabelList"/>
    <dgm:cxn modelId="{2D36C62C-4DB4-4F1F-AE19-A533A1E0040C}" type="presParOf" srcId="{0D8B9543-E396-4CE9-81DC-9AFE9F063798}" destId="{EBD1269E-3355-4756-AC6A-D0159DBF3244}" srcOrd="3" destOrd="0" presId="urn:microsoft.com/office/officeart/2018/5/layout/IconLeafLabelList"/>
    <dgm:cxn modelId="{F595AA61-0EF3-472A-874B-ED1CE7AE9846}" type="presParOf" srcId="{0A8DE286-E16F-4A38-AEE6-0EA15DA4F10B}" destId="{5F75D560-61E1-4343-B269-34F13473C9C3}" srcOrd="1" destOrd="0" presId="urn:microsoft.com/office/officeart/2018/5/layout/IconLeafLabelList"/>
    <dgm:cxn modelId="{F43795C0-67EE-4863-B201-120B1B89940C}" type="presParOf" srcId="{0A8DE286-E16F-4A38-AEE6-0EA15DA4F10B}" destId="{27F2BB4C-5CB2-4FEA-B7BB-9742228E4882}" srcOrd="2" destOrd="0" presId="urn:microsoft.com/office/officeart/2018/5/layout/IconLeafLabelList"/>
    <dgm:cxn modelId="{E17067A0-BCB9-430D-A04A-8B1FA66D7984}" type="presParOf" srcId="{27F2BB4C-5CB2-4FEA-B7BB-9742228E4882}" destId="{CF9630AA-7DA3-4954-8DB2-4A1BE867B8FB}" srcOrd="0" destOrd="0" presId="urn:microsoft.com/office/officeart/2018/5/layout/IconLeafLabelList"/>
    <dgm:cxn modelId="{A4E76848-43DF-4B54-A030-C2DDA262758E}" type="presParOf" srcId="{27F2BB4C-5CB2-4FEA-B7BB-9742228E4882}" destId="{FF80C1A6-3FEC-459F-9EF9-FFC5BB44F5E8}" srcOrd="1" destOrd="0" presId="urn:microsoft.com/office/officeart/2018/5/layout/IconLeafLabelList"/>
    <dgm:cxn modelId="{9734EBD1-08C1-41DA-B0F6-FDEF2647C668}" type="presParOf" srcId="{27F2BB4C-5CB2-4FEA-B7BB-9742228E4882}" destId="{04DAD6C2-D1CA-4AD5-AAE4-41FCB519413F}" srcOrd="2" destOrd="0" presId="urn:microsoft.com/office/officeart/2018/5/layout/IconLeafLabelList"/>
    <dgm:cxn modelId="{3909ED79-9DF0-4D2A-830C-93DE604E29DE}" type="presParOf" srcId="{27F2BB4C-5CB2-4FEA-B7BB-9742228E4882}" destId="{F7FEEA4E-2855-42E8-8488-C8104630531E}" srcOrd="3" destOrd="0" presId="urn:microsoft.com/office/officeart/2018/5/layout/IconLeafLabelList"/>
    <dgm:cxn modelId="{564E67B0-F113-4A89-BAA3-3DD8D38F02E7}" type="presParOf" srcId="{0A8DE286-E16F-4A38-AEE6-0EA15DA4F10B}" destId="{034F2F0C-6C8D-425D-872A-72A060E25435}" srcOrd="3" destOrd="0" presId="urn:microsoft.com/office/officeart/2018/5/layout/IconLeafLabelList"/>
    <dgm:cxn modelId="{7F53E983-6541-45AF-9BE1-F9D71AA8E720}" type="presParOf" srcId="{0A8DE286-E16F-4A38-AEE6-0EA15DA4F10B}" destId="{6DC3DA30-7168-49A2-97A1-2F38A1DEEA1C}" srcOrd="4" destOrd="0" presId="urn:microsoft.com/office/officeart/2018/5/layout/IconLeafLabelList"/>
    <dgm:cxn modelId="{37524B64-81AA-4436-806A-313288121221}" type="presParOf" srcId="{6DC3DA30-7168-49A2-97A1-2F38A1DEEA1C}" destId="{64ED753B-0D93-46DB-A80F-BA6485570DE4}" srcOrd="0" destOrd="0" presId="urn:microsoft.com/office/officeart/2018/5/layout/IconLeafLabelList"/>
    <dgm:cxn modelId="{51138DAA-8B81-44FA-AC90-75554C6436D0}" type="presParOf" srcId="{6DC3DA30-7168-49A2-97A1-2F38A1DEEA1C}" destId="{B6262C03-2B3C-4CEE-A67B-F61776032CE7}" srcOrd="1" destOrd="0" presId="urn:microsoft.com/office/officeart/2018/5/layout/IconLeafLabelList"/>
    <dgm:cxn modelId="{4824AD2E-AC09-4338-AC98-EBE26951AF63}" type="presParOf" srcId="{6DC3DA30-7168-49A2-97A1-2F38A1DEEA1C}" destId="{F3A072C6-EB57-4F33-9AA7-887CBF12893F}" srcOrd="2" destOrd="0" presId="urn:microsoft.com/office/officeart/2018/5/layout/IconLeafLabelList"/>
    <dgm:cxn modelId="{A3735852-779D-43F0-9496-050B0DB76144}" type="presParOf" srcId="{6DC3DA30-7168-49A2-97A1-2F38A1DEEA1C}" destId="{0E28CCBA-AD83-4FC0-B127-BE0C04410392}" srcOrd="3" destOrd="0" presId="urn:microsoft.com/office/officeart/2018/5/layout/IconLeafLabelList"/>
    <dgm:cxn modelId="{DF58220F-B06E-44B1-A564-E3A4358466EC}" type="presParOf" srcId="{0A8DE286-E16F-4A38-AEE6-0EA15DA4F10B}" destId="{B1BF06AA-EC9B-4498-9DB8-54EB5B4FCB8A}" srcOrd="5" destOrd="0" presId="urn:microsoft.com/office/officeart/2018/5/layout/IconLeafLabelList"/>
    <dgm:cxn modelId="{55CA56E7-1868-4156-B3A3-5261AF527C8B}" type="presParOf" srcId="{0A8DE286-E16F-4A38-AEE6-0EA15DA4F10B}" destId="{0B4436DF-D4C3-431F-9543-3AC6AF563F4A}" srcOrd="6" destOrd="0" presId="urn:microsoft.com/office/officeart/2018/5/layout/IconLeafLabelList"/>
    <dgm:cxn modelId="{CB4C4B01-1C5A-442A-B29F-75CE35945519}" type="presParOf" srcId="{0B4436DF-D4C3-431F-9543-3AC6AF563F4A}" destId="{69FA76D9-BFBD-453A-9081-08E00D5F5B89}" srcOrd="0" destOrd="0" presId="urn:microsoft.com/office/officeart/2018/5/layout/IconLeafLabelList"/>
    <dgm:cxn modelId="{D83B84CD-8FDC-4D5E-AF7C-B7A98B2645D3}" type="presParOf" srcId="{0B4436DF-D4C3-431F-9543-3AC6AF563F4A}" destId="{71F01A22-2920-4D9C-B217-ED64BF3B0F00}" srcOrd="1" destOrd="0" presId="urn:microsoft.com/office/officeart/2018/5/layout/IconLeafLabelList"/>
    <dgm:cxn modelId="{1F62A08A-6393-4F93-8EC2-A5C0B22B7131}" type="presParOf" srcId="{0B4436DF-D4C3-431F-9543-3AC6AF563F4A}" destId="{0826911B-1AB4-4205-BE8D-77A77D88B902}" srcOrd="2" destOrd="0" presId="urn:microsoft.com/office/officeart/2018/5/layout/IconLeafLabelList"/>
    <dgm:cxn modelId="{3A80A057-D474-4FDA-943A-03856B3BDC07}" type="presParOf" srcId="{0B4436DF-D4C3-431F-9543-3AC6AF563F4A}" destId="{1685127E-EF09-4FDA-9F72-EC381A6C8398}" srcOrd="3" destOrd="0" presId="urn:microsoft.com/office/officeart/2018/5/layout/IconLeafLabelList"/>
    <dgm:cxn modelId="{7738840F-82C8-486F-AB6E-0318DF2A0F4F}" type="presParOf" srcId="{0A8DE286-E16F-4A38-AEE6-0EA15DA4F10B}" destId="{1C4E2AB3-F973-4605-AB0F-04473F06D78A}" srcOrd="7" destOrd="0" presId="urn:microsoft.com/office/officeart/2018/5/layout/IconLeafLabelList"/>
    <dgm:cxn modelId="{7628055D-A374-4B60-AB16-8769521873EB}" type="presParOf" srcId="{0A8DE286-E16F-4A38-AEE6-0EA15DA4F10B}" destId="{12133DF5-DF78-4D26-8C3F-443129BAEE2A}" srcOrd="8" destOrd="0" presId="urn:microsoft.com/office/officeart/2018/5/layout/IconLeafLabelList"/>
    <dgm:cxn modelId="{46E29B3D-81F8-48F2-AE55-5AE0C1388A18}" type="presParOf" srcId="{12133DF5-DF78-4D26-8C3F-443129BAEE2A}" destId="{F9E23814-F014-4005-A507-DD3B736D5351}" srcOrd="0" destOrd="0" presId="urn:microsoft.com/office/officeart/2018/5/layout/IconLeafLabelList"/>
    <dgm:cxn modelId="{C9CEE164-4C3A-446D-9B4B-AE0F0660C599}" type="presParOf" srcId="{12133DF5-DF78-4D26-8C3F-443129BAEE2A}" destId="{F33C22E0-8074-40BD-B471-F07ACEBB3476}" srcOrd="1" destOrd="0" presId="urn:microsoft.com/office/officeart/2018/5/layout/IconLeafLabelList"/>
    <dgm:cxn modelId="{1F37B64C-AB6B-4019-99A9-659E837D4D9E}" type="presParOf" srcId="{12133DF5-DF78-4D26-8C3F-443129BAEE2A}" destId="{32424B78-6937-4D44-A19D-382F0C5382F3}" srcOrd="2" destOrd="0" presId="urn:microsoft.com/office/officeart/2018/5/layout/IconLeafLabelList"/>
    <dgm:cxn modelId="{06FEC483-2AA3-4E33-BC0F-AF87A36EF2B3}" type="presParOf" srcId="{12133DF5-DF78-4D26-8C3F-443129BAEE2A}" destId="{E5A4BAB1-3E76-42CA-9379-CA4245E4D84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0881770-93AF-461D-9E6F-45D9893264F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A8688B5A-462A-4FDD-B304-DE6C9EF1ABAA}">
      <dgm:prSet/>
      <dgm:spPr/>
      <dgm:t>
        <a:bodyPr/>
        <a:lstStyle/>
        <a:p>
          <a:pPr>
            <a:defRPr b="1"/>
          </a:pPr>
          <a:r>
            <a:rPr lang="en-US"/>
            <a:t>Have Strong passwords</a:t>
          </a:r>
        </a:p>
      </dgm:t>
    </dgm:pt>
    <dgm:pt modelId="{97B80DE3-2BA5-4337-94A1-ED113E6F41F0}" type="parTrans" cxnId="{6BEA3DA3-FF9D-4DD6-B4EE-7DB02FFA856F}">
      <dgm:prSet/>
      <dgm:spPr/>
      <dgm:t>
        <a:bodyPr/>
        <a:lstStyle/>
        <a:p>
          <a:endParaRPr lang="en-US"/>
        </a:p>
      </dgm:t>
    </dgm:pt>
    <dgm:pt modelId="{DA658DD5-208B-44E0-9139-254461870740}" type="sibTrans" cxnId="{6BEA3DA3-FF9D-4DD6-B4EE-7DB02FFA856F}">
      <dgm:prSet/>
      <dgm:spPr/>
      <dgm:t>
        <a:bodyPr/>
        <a:lstStyle/>
        <a:p>
          <a:endParaRPr lang="en-US"/>
        </a:p>
      </dgm:t>
    </dgm:pt>
    <dgm:pt modelId="{F5BD9DB8-A6FA-49B4-A44B-D1EDBE7E3F73}">
      <dgm:prSet/>
      <dgm:spPr/>
      <dgm:t>
        <a:bodyPr/>
        <a:lstStyle/>
        <a:p>
          <a:r>
            <a:rPr lang="en-US" dirty="0">
              <a:solidFill>
                <a:schemeClr val="bg1"/>
              </a:solidFill>
            </a:rPr>
            <a:t>A password should contain at least 12 characters containing upper case, lower case, numbers, and symbols. Passwords are never to be shared. </a:t>
          </a:r>
        </a:p>
      </dgm:t>
    </dgm:pt>
    <dgm:pt modelId="{8B2B5D7C-4A0D-4C7A-BAB4-154ED9EA6847}" type="parTrans" cxnId="{33E7EBEE-6C2C-4CE8-A10E-484F5754F781}">
      <dgm:prSet/>
      <dgm:spPr/>
      <dgm:t>
        <a:bodyPr/>
        <a:lstStyle/>
        <a:p>
          <a:endParaRPr lang="en-US"/>
        </a:p>
      </dgm:t>
    </dgm:pt>
    <dgm:pt modelId="{B5CC602C-50BA-4A16-9C3F-862A9ABB16A2}" type="sibTrans" cxnId="{33E7EBEE-6C2C-4CE8-A10E-484F5754F781}">
      <dgm:prSet/>
      <dgm:spPr/>
      <dgm:t>
        <a:bodyPr/>
        <a:lstStyle/>
        <a:p>
          <a:endParaRPr lang="en-US"/>
        </a:p>
      </dgm:t>
    </dgm:pt>
    <dgm:pt modelId="{0282C065-9795-4E56-8D35-D6A0B94F4FFB}">
      <dgm:prSet/>
      <dgm:spPr/>
      <dgm:t>
        <a:bodyPr/>
        <a:lstStyle/>
        <a:p>
          <a:pPr>
            <a:defRPr b="1"/>
          </a:pPr>
          <a:r>
            <a:rPr lang="en-US"/>
            <a:t>Use Unique Passwords</a:t>
          </a:r>
        </a:p>
      </dgm:t>
    </dgm:pt>
    <dgm:pt modelId="{3796F42D-5DDC-4FDD-8C36-8B25D6AF0F9C}" type="parTrans" cxnId="{B41B5320-DF87-44D7-881C-AD65D6833452}">
      <dgm:prSet/>
      <dgm:spPr/>
      <dgm:t>
        <a:bodyPr/>
        <a:lstStyle/>
        <a:p>
          <a:endParaRPr lang="en-US"/>
        </a:p>
      </dgm:t>
    </dgm:pt>
    <dgm:pt modelId="{8E5C2C73-AC58-4199-907E-78191DF94733}" type="sibTrans" cxnId="{B41B5320-DF87-44D7-881C-AD65D6833452}">
      <dgm:prSet/>
      <dgm:spPr/>
      <dgm:t>
        <a:bodyPr/>
        <a:lstStyle/>
        <a:p>
          <a:endParaRPr lang="en-US"/>
        </a:p>
      </dgm:t>
    </dgm:pt>
    <dgm:pt modelId="{47EB448B-F6F2-4D54-9AC2-711A8DCBE4F3}">
      <dgm:prSet/>
      <dgm:spPr/>
      <dgm:t>
        <a:bodyPr/>
        <a:lstStyle/>
        <a:p>
          <a:r>
            <a:rPr lang="en-US" dirty="0">
              <a:solidFill>
                <a:schemeClr val="bg1"/>
              </a:solidFill>
            </a:rPr>
            <a:t>Every password for every account you own should be unique.</a:t>
          </a:r>
        </a:p>
      </dgm:t>
    </dgm:pt>
    <dgm:pt modelId="{9459C4F4-D85E-41B5-99EB-E06AA7F72468}" type="parTrans" cxnId="{EABB5F73-C973-4B76-8ADB-A80B782BB1DB}">
      <dgm:prSet/>
      <dgm:spPr/>
      <dgm:t>
        <a:bodyPr/>
        <a:lstStyle/>
        <a:p>
          <a:endParaRPr lang="en-US"/>
        </a:p>
      </dgm:t>
    </dgm:pt>
    <dgm:pt modelId="{B8B2CC34-6EFF-45D3-BDB5-F6FC8B2108A5}" type="sibTrans" cxnId="{EABB5F73-C973-4B76-8ADB-A80B782BB1DB}">
      <dgm:prSet/>
      <dgm:spPr/>
      <dgm:t>
        <a:bodyPr/>
        <a:lstStyle/>
        <a:p>
          <a:endParaRPr lang="en-US"/>
        </a:p>
      </dgm:t>
    </dgm:pt>
    <dgm:pt modelId="{74ABB23F-EAD2-4266-B5B3-48805CEA914B}">
      <dgm:prSet/>
      <dgm:spPr/>
      <dgm:t>
        <a:bodyPr/>
        <a:lstStyle/>
        <a:p>
          <a:r>
            <a:rPr lang="en-US" dirty="0">
              <a:solidFill>
                <a:schemeClr val="bg1"/>
              </a:solidFill>
            </a:rPr>
            <a:t>Using the same password for multiple accounts can lead to other accounts being breached if your account information has been involved in a data breach. </a:t>
          </a:r>
        </a:p>
      </dgm:t>
    </dgm:pt>
    <dgm:pt modelId="{08919D55-DE30-4041-93D4-541B5E092B84}" type="parTrans" cxnId="{38FDADBC-3E97-40A8-B49F-835FAE18C366}">
      <dgm:prSet/>
      <dgm:spPr/>
      <dgm:t>
        <a:bodyPr/>
        <a:lstStyle/>
        <a:p>
          <a:endParaRPr lang="en-US"/>
        </a:p>
      </dgm:t>
    </dgm:pt>
    <dgm:pt modelId="{F8E8471A-AD7F-422B-A8A5-6875EFA47290}" type="sibTrans" cxnId="{38FDADBC-3E97-40A8-B49F-835FAE18C366}">
      <dgm:prSet/>
      <dgm:spPr/>
      <dgm:t>
        <a:bodyPr/>
        <a:lstStyle/>
        <a:p>
          <a:endParaRPr lang="en-US"/>
        </a:p>
      </dgm:t>
    </dgm:pt>
    <dgm:pt modelId="{C4156ED1-B351-4409-B6D1-4523492D3347}">
      <dgm:prSet/>
      <dgm:spPr/>
      <dgm:t>
        <a:bodyPr/>
        <a:lstStyle/>
        <a:p>
          <a:pPr>
            <a:defRPr b="1"/>
          </a:pPr>
          <a:r>
            <a:rPr lang="en-US"/>
            <a:t>No Password Lists</a:t>
          </a:r>
        </a:p>
      </dgm:t>
    </dgm:pt>
    <dgm:pt modelId="{F1ADB435-7D19-4507-9FB3-B8C2BC4AA7F7}" type="parTrans" cxnId="{653C45A6-9AD6-4F3D-9591-1973BA565BEA}">
      <dgm:prSet/>
      <dgm:spPr/>
      <dgm:t>
        <a:bodyPr/>
        <a:lstStyle/>
        <a:p>
          <a:endParaRPr lang="en-US"/>
        </a:p>
      </dgm:t>
    </dgm:pt>
    <dgm:pt modelId="{4BDF79D4-7E87-4E38-9BB9-6DEA9BD36CAA}" type="sibTrans" cxnId="{653C45A6-9AD6-4F3D-9591-1973BA565BEA}">
      <dgm:prSet/>
      <dgm:spPr/>
      <dgm:t>
        <a:bodyPr/>
        <a:lstStyle/>
        <a:p>
          <a:endParaRPr lang="en-US"/>
        </a:p>
      </dgm:t>
    </dgm:pt>
    <dgm:pt modelId="{848295AE-9D8D-49B6-B7EC-66000C115593}">
      <dgm:prSet/>
      <dgm:spPr/>
      <dgm:t>
        <a:bodyPr/>
        <a:lstStyle/>
        <a:p>
          <a:r>
            <a:rPr lang="en-US" dirty="0">
              <a:solidFill>
                <a:schemeClr val="bg1"/>
              </a:solidFill>
            </a:rPr>
            <a:t>Storing information about accounts and passwords on a word document or excel sheet is extremely dangerous</a:t>
          </a:r>
        </a:p>
      </dgm:t>
    </dgm:pt>
    <dgm:pt modelId="{1A39B603-4D04-4281-A77A-9F5086F33B7D}" type="parTrans" cxnId="{75B61941-5D5F-4E50-BAE9-6DD1D4C415F9}">
      <dgm:prSet/>
      <dgm:spPr/>
      <dgm:t>
        <a:bodyPr/>
        <a:lstStyle/>
        <a:p>
          <a:endParaRPr lang="en-US"/>
        </a:p>
      </dgm:t>
    </dgm:pt>
    <dgm:pt modelId="{E0364CD7-B54D-455B-B9DB-FAA0BE844EE1}" type="sibTrans" cxnId="{75B61941-5D5F-4E50-BAE9-6DD1D4C415F9}">
      <dgm:prSet/>
      <dgm:spPr/>
      <dgm:t>
        <a:bodyPr/>
        <a:lstStyle/>
        <a:p>
          <a:endParaRPr lang="en-US"/>
        </a:p>
      </dgm:t>
    </dgm:pt>
    <dgm:pt modelId="{CA38A5BC-C7EA-4F2A-8678-2970BF93C434}">
      <dgm:prSet/>
      <dgm:spPr/>
      <dgm:t>
        <a:bodyPr/>
        <a:lstStyle/>
        <a:p>
          <a:r>
            <a:rPr lang="en-US" dirty="0">
              <a:solidFill>
                <a:schemeClr val="bg1"/>
              </a:solidFill>
            </a:rPr>
            <a:t>Encrypted or Locked spread sheets are extremely easy to hack</a:t>
          </a:r>
        </a:p>
      </dgm:t>
    </dgm:pt>
    <dgm:pt modelId="{84AD8C69-A983-44FE-885A-E4661AE4A11C}" type="parTrans" cxnId="{3994F459-D6CB-446C-9A6B-CD847D30513E}">
      <dgm:prSet/>
      <dgm:spPr/>
      <dgm:t>
        <a:bodyPr/>
        <a:lstStyle/>
        <a:p>
          <a:endParaRPr lang="en-US"/>
        </a:p>
      </dgm:t>
    </dgm:pt>
    <dgm:pt modelId="{0D808DD4-33A6-48A9-B9B3-88B26CA88640}" type="sibTrans" cxnId="{3994F459-D6CB-446C-9A6B-CD847D30513E}">
      <dgm:prSet/>
      <dgm:spPr/>
      <dgm:t>
        <a:bodyPr/>
        <a:lstStyle/>
        <a:p>
          <a:endParaRPr lang="en-US"/>
        </a:p>
      </dgm:t>
    </dgm:pt>
    <dgm:pt modelId="{69F6888E-9EF3-4595-89C2-F77B3E9193CA}">
      <dgm:prSet/>
      <dgm:spPr/>
      <dgm:t>
        <a:bodyPr/>
        <a:lstStyle/>
        <a:p>
          <a:r>
            <a:rPr lang="en-US" dirty="0">
              <a:solidFill>
                <a:schemeClr val="bg1"/>
              </a:solidFill>
            </a:rPr>
            <a:t>Instead of using a spreadsheet, try using a password manager like LastPass or 1Password.</a:t>
          </a:r>
        </a:p>
      </dgm:t>
    </dgm:pt>
    <dgm:pt modelId="{14D7F728-8CA9-404F-A0AA-E454C3A59FB9}" type="parTrans" cxnId="{B1D5A5A0-A850-4835-A42D-DD342F3F4E04}">
      <dgm:prSet/>
      <dgm:spPr/>
      <dgm:t>
        <a:bodyPr/>
        <a:lstStyle/>
        <a:p>
          <a:endParaRPr lang="en-US"/>
        </a:p>
      </dgm:t>
    </dgm:pt>
    <dgm:pt modelId="{EDF854E8-E407-4FD9-9007-E01A3497DB1D}" type="sibTrans" cxnId="{B1D5A5A0-A850-4835-A42D-DD342F3F4E04}">
      <dgm:prSet/>
      <dgm:spPr/>
      <dgm:t>
        <a:bodyPr/>
        <a:lstStyle/>
        <a:p>
          <a:endParaRPr lang="en-US"/>
        </a:p>
      </dgm:t>
    </dgm:pt>
    <dgm:pt modelId="{4146A27D-5C41-44AA-B45B-D97360B50B9A}" type="pres">
      <dgm:prSet presAssocID="{40881770-93AF-461D-9E6F-45D9893264FF}" presName="linear" presStyleCnt="0">
        <dgm:presLayoutVars>
          <dgm:animLvl val="lvl"/>
          <dgm:resizeHandles val="exact"/>
        </dgm:presLayoutVars>
      </dgm:prSet>
      <dgm:spPr/>
    </dgm:pt>
    <dgm:pt modelId="{B4B76756-E322-4CD3-BB88-1035258D0E25}" type="pres">
      <dgm:prSet presAssocID="{A8688B5A-462A-4FDD-B304-DE6C9EF1ABAA}" presName="parentText" presStyleLbl="node1" presStyleIdx="0" presStyleCnt="3">
        <dgm:presLayoutVars>
          <dgm:chMax val="0"/>
          <dgm:bulletEnabled val="1"/>
        </dgm:presLayoutVars>
      </dgm:prSet>
      <dgm:spPr/>
    </dgm:pt>
    <dgm:pt modelId="{8533B1E8-5479-41B9-8BF9-33BB435B5A18}" type="pres">
      <dgm:prSet presAssocID="{A8688B5A-462A-4FDD-B304-DE6C9EF1ABAA}" presName="childText" presStyleLbl="revTx" presStyleIdx="0" presStyleCnt="3">
        <dgm:presLayoutVars>
          <dgm:bulletEnabled val="1"/>
        </dgm:presLayoutVars>
      </dgm:prSet>
      <dgm:spPr/>
    </dgm:pt>
    <dgm:pt modelId="{20A30519-F89D-49F6-BA85-33A44230FA1B}" type="pres">
      <dgm:prSet presAssocID="{0282C065-9795-4E56-8D35-D6A0B94F4FFB}" presName="parentText" presStyleLbl="node1" presStyleIdx="1" presStyleCnt="3">
        <dgm:presLayoutVars>
          <dgm:chMax val="0"/>
          <dgm:bulletEnabled val="1"/>
        </dgm:presLayoutVars>
      </dgm:prSet>
      <dgm:spPr/>
    </dgm:pt>
    <dgm:pt modelId="{86A42BA2-011F-402D-91CB-F3160657CD65}" type="pres">
      <dgm:prSet presAssocID="{0282C065-9795-4E56-8D35-D6A0B94F4FFB}" presName="childText" presStyleLbl="revTx" presStyleIdx="1" presStyleCnt="3">
        <dgm:presLayoutVars>
          <dgm:bulletEnabled val="1"/>
        </dgm:presLayoutVars>
      </dgm:prSet>
      <dgm:spPr/>
    </dgm:pt>
    <dgm:pt modelId="{83FE14DF-7B8B-47DB-9B56-9C8B0CA1A794}" type="pres">
      <dgm:prSet presAssocID="{C4156ED1-B351-4409-B6D1-4523492D3347}" presName="parentText" presStyleLbl="node1" presStyleIdx="2" presStyleCnt="3">
        <dgm:presLayoutVars>
          <dgm:chMax val="0"/>
          <dgm:bulletEnabled val="1"/>
        </dgm:presLayoutVars>
      </dgm:prSet>
      <dgm:spPr/>
    </dgm:pt>
    <dgm:pt modelId="{E136E676-66D5-43F1-AE0B-60A73C25C7BD}" type="pres">
      <dgm:prSet presAssocID="{C4156ED1-B351-4409-B6D1-4523492D3347}" presName="childText" presStyleLbl="revTx" presStyleIdx="2" presStyleCnt="3">
        <dgm:presLayoutVars>
          <dgm:bulletEnabled val="1"/>
        </dgm:presLayoutVars>
      </dgm:prSet>
      <dgm:spPr/>
    </dgm:pt>
  </dgm:ptLst>
  <dgm:cxnLst>
    <dgm:cxn modelId="{D6D6A60A-E648-4965-8E3E-A4FDBEBEABC1}" type="presOf" srcId="{40881770-93AF-461D-9E6F-45D9893264FF}" destId="{4146A27D-5C41-44AA-B45B-D97360B50B9A}" srcOrd="0" destOrd="0" presId="urn:microsoft.com/office/officeart/2005/8/layout/vList2"/>
    <dgm:cxn modelId="{B41B5320-DF87-44D7-881C-AD65D6833452}" srcId="{40881770-93AF-461D-9E6F-45D9893264FF}" destId="{0282C065-9795-4E56-8D35-D6A0B94F4FFB}" srcOrd="1" destOrd="0" parTransId="{3796F42D-5DDC-4FDD-8C36-8B25D6AF0F9C}" sibTransId="{8E5C2C73-AC58-4199-907E-78191DF94733}"/>
    <dgm:cxn modelId="{75B61941-5D5F-4E50-BAE9-6DD1D4C415F9}" srcId="{C4156ED1-B351-4409-B6D1-4523492D3347}" destId="{848295AE-9D8D-49B6-B7EC-66000C115593}" srcOrd="0" destOrd="0" parTransId="{1A39B603-4D04-4281-A77A-9F5086F33B7D}" sibTransId="{E0364CD7-B54D-455B-B9DB-FAA0BE844EE1}"/>
    <dgm:cxn modelId="{AE2E9364-A2C8-457E-A729-974805B1BCEC}" type="presOf" srcId="{69F6888E-9EF3-4595-89C2-F77B3E9193CA}" destId="{E136E676-66D5-43F1-AE0B-60A73C25C7BD}" srcOrd="0" destOrd="2" presId="urn:microsoft.com/office/officeart/2005/8/layout/vList2"/>
    <dgm:cxn modelId="{EABB5F73-C973-4B76-8ADB-A80B782BB1DB}" srcId="{0282C065-9795-4E56-8D35-D6A0B94F4FFB}" destId="{47EB448B-F6F2-4D54-9AC2-711A8DCBE4F3}" srcOrd="0" destOrd="0" parTransId="{9459C4F4-D85E-41B5-99EB-E06AA7F72468}" sibTransId="{B8B2CC34-6EFF-45D3-BDB5-F6FC8B2108A5}"/>
    <dgm:cxn modelId="{7ABB7D56-B0F2-46CF-80D8-CA0301902D0B}" type="presOf" srcId="{A8688B5A-462A-4FDD-B304-DE6C9EF1ABAA}" destId="{B4B76756-E322-4CD3-BB88-1035258D0E25}" srcOrd="0" destOrd="0" presId="urn:microsoft.com/office/officeart/2005/8/layout/vList2"/>
    <dgm:cxn modelId="{A6A5C778-CC87-4607-B464-628DE5FE6415}" type="presOf" srcId="{CA38A5BC-C7EA-4F2A-8678-2970BF93C434}" destId="{E136E676-66D5-43F1-AE0B-60A73C25C7BD}" srcOrd="0" destOrd="1" presId="urn:microsoft.com/office/officeart/2005/8/layout/vList2"/>
    <dgm:cxn modelId="{3994F459-D6CB-446C-9A6B-CD847D30513E}" srcId="{C4156ED1-B351-4409-B6D1-4523492D3347}" destId="{CA38A5BC-C7EA-4F2A-8678-2970BF93C434}" srcOrd="1" destOrd="0" parTransId="{84AD8C69-A983-44FE-885A-E4661AE4A11C}" sibTransId="{0D808DD4-33A6-48A9-B9B3-88B26CA88640}"/>
    <dgm:cxn modelId="{B65A7988-7B08-4D90-979B-652D563523F3}" type="presOf" srcId="{848295AE-9D8D-49B6-B7EC-66000C115593}" destId="{E136E676-66D5-43F1-AE0B-60A73C25C7BD}" srcOrd="0" destOrd="0" presId="urn:microsoft.com/office/officeart/2005/8/layout/vList2"/>
    <dgm:cxn modelId="{3D2AC395-EE0F-4672-BFEA-A9B117B57749}" type="presOf" srcId="{F5BD9DB8-A6FA-49B4-A44B-D1EDBE7E3F73}" destId="{8533B1E8-5479-41B9-8BF9-33BB435B5A18}" srcOrd="0" destOrd="0" presId="urn:microsoft.com/office/officeart/2005/8/layout/vList2"/>
    <dgm:cxn modelId="{B1D5A5A0-A850-4835-A42D-DD342F3F4E04}" srcId="{C4156ED1-B351-4409-B6D1-4523492D3347}" destId="{69F6888E-9EF3-4595-89C2-F77B3E9193CA}" srcOrd="2" destOrd="0" parTransId="{14D7F728-8CA9-404F-A0AA-E454C3A59FB9}" sibTransId="{EDF854E8-E407-4FD9-9007-E01A3497DB1D}"/>
    <dgm:cxn modelId="{34BF92A1-730C-4863-8AB8-35C913110428}" type="presOf" srcId="{0282C065-9795-4E56-8D35-D6A0B94F4FFB}" destId="{20A30519-F89D-49F6-BA85-33A44230FA1B}" srcOrd="0" destOrd="0" presId="urn:microsoft.com/office/officeart/2005/8/layout/vList2"/>
    <dgm:cxn modelId="{6BEA3DA3-FF9D-4DD6-B4EE-7DB02FFA856F}" srcId="{40881770-93AF-461D-9E6F-45D9893264FF}" destId="{A8688B5A-462A-4FDD-B304-DE6C9EF1ABAA}" srcOrd="0" destOrd="0" parTransId="{97B80DE3-2BA5-4337-94A1-ED113E6F41F0}" sibTransId="{DA658DD5-208B-44E0-9139-254461870740}"/>
    <dgm:cxn modelId="{653C45A6-9AD6-4F3D-9591-1973BA565BEA}" srcId="{40881770-93AF-461D-9E6F-45D9893264FF}" destId="{C4156ED1-B351-4409-B6D1-4523492D3347}" srcOrd="2" destOrd="0" parTransId="{F1ADB435-7D19-4507-9FB3-B8C2BC4AA7F7}" sibTransId="{4BDF79D4-7E87-4E38-9BB9-6DEA9BD36CAA}"/>
    <dgm:cxn modelId="{38FDADBC-3E97-40A8-B49F-835FAE18C366}" srcId="{0282C065-9795-4E56-8D35-D6A0B94F4FFB}" destId="{74ABB23F-EAD2-4266-B5B3-48805CEA914B}" srcOrd="1" destOrd="0" parTransId="{08919D55-DE30-4041-93D4-541B5E092B84}" sibTransId="{F8E8471A-AD7F-422B-A8A5-6875EFA47290}"/>
    <dgm:cxn modelId="{33E7EBEE-6C2C-4CE8-A10E-484F5754F781}" srcId="{A8688B5A-462A-4FDD-B304-DE6C9EF1ABAA}" destId="{F5BD9DB8-A6FA-49B4-A44B-D1EDBE7E3F73}" srcOrd="0" destOrd="0" parTransId="{8B2B5D7C-4A0D-4C7A-BAB4-154ED9EA6847}" sibTransId="{B5CC602C-50BA-4A16-9C3F-862A9ABB16A2}"/>
    <dgm:cxn modelId="{122C20F2-CC75-496E-8002-B04A16A14C99}" type="presOf" srcId="{C4156ED1-B351-4409-B6D1-4523492D3347}" destId="{83FE14DF-7B8B-47DB-9B56-9C8B0CA1A794}" srcOrd="0" destOrd="0" presId="urn:microsoft.com/office/officeart/2005/8/layout/vList2"/>
    <dgm:cxn modelId="{8DBFB0F2-7DF2-46EF-9FC8-EED70B3823E0}" type="presOf" srcId="{47EB448B-F6F2-4D54-9AC2-711A8DCBE4F3}" destId="{86A42BA2-011F-402D-91CB-F3160657CD65}" srcOrd="0" destOrd="0" presId="urn:microsoft.com/office/officeart/2005/8/layout/vList2"/>
    <dgm:cxn modelId="{CAB8F8F3-00BF-4784-BD9B-F9B23EDE895B}" type="presOf" srcId="{74ABB23F-EAD2-4266-B5B3-48805CEA914B}" destId="{86A42BA2-011F-402D-91CB-F3160657CD65}" srcOrd="0" destOrd="1" presId="urn:microsoft.com/office/officeart/2005/8/layout/vList2"/>
    <dgm:cxn modelId="{0A8D29C8-3B7C-4F98-8797-55CAFB493AC6}" type="presParOf" srcId="{4146A27D-5C41-44AA-B45B-D97360B50B9A}" destId="{B4B76756-E322-4CD3-BB88-1035258D0E25}" srcOrd="0" destOrd="0" presId="urn:microsoft.com/office/officeart/2005/8/layout/vList2"/>
    <dgm:cxn modelId="{1F60061B-CE22-43BB-A098-5A856E9215CB}" type="presParOf" srcId="{4146A27D-5C41-44AA-B45B-D97360B50B9A}" destId="{8533B1E8-5479-41B9-8BF9-33BB435B5A18}" srcOrd="1" destOrd="0" presId="urn:microsoft.com/office/officeart/2005/8/layout/vList2"/>
    <dgm:cxn modelId="{BA9974E2-87CA-4679-A9ED-2C3BDF09A065}" type="presParOf" srcId="{4146A27D-5C41-44AA-B45B-D97360B50B9A}" destId="{20A30519-F89D-49F6-BA85-33A44230FA1B}" srcOrd="2" destOrd="0" presId="urn:microsoft.com/office/officeart/2005/8/layout/vList2"/>
    <dgm:cxn modelId="{FD3E677E-1B59-4DC7-ABE2-9239014FD8B2}" type="presParOf" srcId="{4146A27D-5C41-44AA-B45B-D97360B50B9A}" destId="{86A42BA2-011F-402D-91CB-F3160657CD65}" srcOrd="3" destOrd="0" presId="urn:microsoft.com/office/officeart/2005/8/layout/vList2"/>
    <dgm:cxn modelId="{00A91B87-33FF-406E-9CE9-DBB55FD1C6A4}" type="presParOf" srcId="{4146A27D-5C41-44AA-B45B-D97360B50B9A}" destId="{83FE14DF-7B8B-47DB-9B56-9C8B0CA1A794}" srcOrd="4" destOrd="0" presId="urn:microsoft.com/office/officeart/2005/8/layout/vList2"/>
    <dgm:cxn modelId="{E1218F78-BC71-41D0-9D3B-F56834234178}" type="presParOf" srcId="{4146A27D-5C41-44AA-B45B-D97360B50B9A}" destId="{E136E676-66D5-43F1-AE0B-60A73C25C7BD}"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0881770-93AF-461D-9E6F-45D9893264F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A8688B5A-462A-4FDD-B304-DE6C9EF1ABAA}">
      <dgm:prSet/>
      <dgm:spPr/>
      <dgm:t>
        <a:bodyPr/>
        <a:lstStyle/>
        <a:p>
          <a:pPr>
            <a:defRPr b="1"/>
          </a:pPr>
          <a:r>
            <a:rPr lang="en-US" dirty="0"/>
            <a:t>Character Selection</a:t>
          </a:r>
        </a:p>
      </dgm:t>
    </dgm:pt>
    <dgm:pt modelId="{97B80DE3-2BA5-4337-94A1-ED113E6F41F0}" type="parTrans" cxnId="{6BEA3DA3-FF9D-4DD6-B4EE-7DB02FFA856F}">
      <dgm:prSet/>
      <dgm:spPr/>
      <dgm:t>
        <a:bodyPr/>
        <a:lstStyle/>
        <a:p>
          <a:endParaRPr lang="en-US"/>
        </a:p>
      </dgm:t>
    </dgm:pt>
    <dgm:pt modelId="{DA658DD5-208B-44E0-9139-254461870740}" type="sibTrans" cxnId="{6BEA3DA3-FF9D-4DD6-B4EE-7DB02FFA856F}">
      <dgm:prSet/>
      <dgm:spPr/>
      <dgm:t>
        <a:bodyPr/>
        <a:lstStyle/>
        <a:p>
          <a:endParaRPr lang="en-US"/>
        </a:p>
      </dgm:t>
    </dgm:pt>
    <dgm:pt modelId="{F5BD9DB8-A6FA-49B4-A44B-D1EDBE7E3F73}">
      <dgm:prSet/>
      <dgm:spPr/>
      <dgm:t>
        <a:bodyPr/>
        <a:lstStyle/>
        <a:p>
          <a:r>
            <a:rPr lang="en-US" dirty="0">
              <a:solidFill>
                <a:schemeClr val="bg1"/>
              </a:solidFill>
            </a:rPr>
            <a:t>Use</a:t>
          </a:r>
          <a:r>
            <a:rPr lang="en-US" baseline="0" dirty="0">
              <a:solidFill>
                <a:schemeClr val="bg1"/>
              </a:solidFill>
            </a:rPr>
            <a:t> multiple types of characters</a:t>
          </a:r>
          <a:endParaRPr lang="en-US" dirty="0">
            <a:solidFill>
              <a:schemeClr val="bg1"/>
            </a:solidFill>
          </a:endParaRPr>
        </a:p>
      </dgm:t>
    </dgm:pt>
    <dgm:pt modelId="{8B2B5D7C-4A0D-4C7A-BAB4-154ED9EA6847}" type="parTrans" cxnId="{33E7EBEE-6C2C-4CE8-A10E-484F5754F781}">
      <dgm:prSet/>
      <dgm:spPr/>
      <dgm:t>
        <a:bodyPr/>
        <a:lstStyle/>
        <a:p>
          <a:endParaRPr lang="en-US"/>
        </a:p>
      </dgm:t>
    </dgm:pt>
    <dgm:pt modelId="{B5CC602C-50BA-4A16-9C3F-862A9ABB16A2}" type="sibTrans" cxnId="{33E7EBEE-6C2C-4CE8-A10E-484F5754F781}">
      <dgm:prSet/>
      <dgm:spPr/>
      <dgm:t>
        <a:bodyPr/>
        <a:lstStyle/>
        <a:p>
          <a:endParaRPr lang="en-US"/>
        </a:p>
      </dgm:t>
    </dgm:pt>
    <dgm:pt modelId="{0282C065-9795-4E56-8D35-D6A0B94F4FFB}">
      <dgm:prSet/>
      <dgm:spPr/>
      <dgm:t>
        <a:bodyPr/>
        <a:lstStyle/>
        <a:p>
          <a:pPr>
            <a:defRPr b="1"/>
          </a:pPr>
          <a:r>
            <a:rPr lang="en-US" dirty="0"/>
            <a:t>Rules to Creating Passwords</a:t>
          </a:r>
        </a:p>
      </dgm:t>
    </dgm:pt>
    <dgm:pt modelId="{3796F42D-5DDC-4FDD-8C36-8B25D6AF0F9C}" type="parTrans" cxnId="{B41B5320-DF87-44D7-881C-AD65D6833452}">
      <dgm:prSet/>
      <dgm:spPr/>
      <dgm:t>
        <a:bodyPr/>
        <a:lstStyle/>
        <a:p>
          <a:endParaRPr lang="en-US"/>
        </a:p>
      </dgm:t>
    </dgm:pt>
    <dgm:pt modelId="{8E5C2C73-AC58-4199-907E-78191DF94733}" type="sibTrans" cxnId="{B41B5320-DF87-44D7-881C-AD65D6833452}">
      <dgm:prSet/>
      <dgm:spPr/>
      <dgm:t>
        <a:bodyPr/>
        <a:lstStyle/>
        <a:p>
          <a:endParaRPr lang="en-US"/>
        </a:p>
      </dgm:t>
    </dgm:pt>
    <dgm:pt modelId="{47EB448B-F6F2-4D54-9AC2-711A8DCBE4F3}">
      <dgm:prSet/>
      <dgm:spPr/>
      <dgm:t>
        <a:bodyPr/>
        <a:lstStyle/>
        <a:p>
          <a:r>
            <a:rPr lang="en-US" dirty="0">
              <a:solidFill>
                <a:schemeClr val="bg1"/>
              </a:solidFill>
            </a:rPr>
            <a:t>Don’t common passwords like: Jake87 or FLOWERS (Yes, I’ve seen these used…)</a:t>
          </a:r>
        </a:p>
      </dgm:t>
    </dgm:pt>
    <dgm:pt modelId="{9459C4F4-D85E-41B5-99EB-E06AA7F72468}" type="parTrans" cxnId="{EABB5F73-C973-4B76-8ADB-A80B782BB1DB}">
      <dgm:prSet/>
      <dgm:spPr/>
      <dgm:t>
        <a:bodyPr/>
        <a:lstStyle/>
        <a:p>
          <a:endParaRPr lang="en-US"/>
        </a:p>
      </dgm:t>
    </dgm:pt>
    <dgm:pt modelId="{B8B2CC34-6EFF-45D3-BDB5-F6FC8B2108A5}" type="sibTrans" cxnId="{EABB5F73-C973-4B76-8ADB-A80B782BB1DB}">
      <dgm:prSet/>
      <dgm:spPr/>
      <dgm:t>
        <a:bodyPr/>
        <a:lstStyle/>
        <a:p>
          <a:endParaRPr lang="en-US"/>
        </a:p>
      </dgm:t>
    </dgm:pt>
    <dgm:pt modelId="{74ABB23F-EAD2-4266-B5B3-48805CEA914B}">
      <dgm:prSet/>
      <dgm:spPr/>
      <dgm:t>
        <a:bodyPr/>
        <a:lstStyle/>
        <a:p>
          <a:endParaRPr lang="en-US" dirty="0">
            <a:solidFill>
              <a:schemeClr val="bg1"/>
            </a:solidFill>
          </a:endParaRPr>
        </a:p>
      </dgm:t>
    </dgm:pt>
    <dgm:pt modelId="{08919D55-DE30-4041-93D4-541B5E092B84}" type="parTrans" cxnId="{38FDADBC-3E97-40A8-B49F-835FAE18C366}">
      <dgm:prSet/>
      <dgm:spPr/>
      <dgm:t>
        <a:bodyPr/>
        <a:lstStyle/>
        <a:p>
          <a:endParaRPr lang="en-US"/>
        </a:p>
      </dgm:t>
    </dgm:pt>
    <dgm:pt modelId="{F8E8471A-AD7F-422B-A8A5-6875EFA47290}" type="sibTrans" cxnId="{38FDADBC-3E97-40A8-B49F-835FAE18C366}">
      <dgm:prSet/>
      <dgm:spPr/>
      <dgm:t>
        <a:bodyPr/>
        <a:lstStyle/>
        <a:p>
          <a:endParaRPr lang="en-US"/>
        </a:p>
      </dgm:t>
    </dgm:pt>
    <dgm:pt modelId="{C4156ED1-B351-4409-B6D1-4523492D3347}">
      <dgm:prSet/>
      <dgm:spPr/>
      <dgm:t>
        <a:bodyPr/>
        <a:lstStyle/>
        <a:p>
          <a:pPr>
            <a:defRPr b="1"/>
          </a:pPr>
          <a:r>
            <a:rPr lang="en-US" dirty="0"/>
            <a:t>Lets Create a Secure Password</a:t>
          </a:r>
        </a:p>
      </dgm:t>
    </dgm:pt>
    <dgm:pt modelId="{F1ADB435-7D19-4507-9FB3-B8C2BC4AA7F7}" type="parTrans" cxnId="{653C45A6-9AD6-4F3D-9591-1973BA565BEA}">
      <dgm:prSet/>
      <dgm:spPr/>
      <dgm:t>
        <a:bodyPr/>
        <a:lstStyle/>
        <a:p>
          <a:endParaRPr lang="en-US"/>
        </a:p>
      </dgm:t>
    </dgm:pt>
    <dgm:pt modelId="{4BDF79D4-7E87-4E38-9BB9-6DEA9BD36CAA}" type="sibTrans" cxnId="{653C45A6-9AD6-4F3D-9591-1973BA565BEA}">
      <dgm:prSet/>
      <dgm:spPr/>
      <dgm:t>
        <a:bodyPr/>
        <a:lstStyle/>
        <a:p>
          <a:endParaRPr lang="en-US"/>
        </a:p>
      </dgm:t>
    </dgm:pt>
    <dgm:pt modelId="{848295AE-9D8D-49B6-B7EC-66000C115593}">
      <dgm:prSet/>
      <dgm:spPr/>
      <dgm:t>
        <a:bodyPr/>
        <a:lstStyle/>
        <a:p>
          <a:r>
            <a:rPr lang="en-US" dirty="0">
              <a:solidFill>
                <a:schemeClr val="bg1"/>
              </a:solidFill>
            </a:rPr>
            <a:t>Lets use the start with the example FLOWERS for our flower lovers out there.</a:t>
          </a:r>
        </a:p>
      </dgm:t>
    </dgm:pt>
    <dgm:pt modelId="{1A39B603-4D04-4281-A77A-9F5086F33B7D}" type="parTrans" cxnId="{75B61941-5D5F-4E50-BAE9-6DD1D4C415F9}">
      <dgm:prSet/>
      <dgm:spPr/>
      <dgm:t>
        <a:bodyPr/>
        <a:lstStyle/>
        <a:p>
          <a:endParaRPr lang="en-US"/>
        </a:p>
      </dgm:t>
    </dgm:pt>
    <dgm:pt modelId="{E0364CD7-B54D-455B-B9DB-FAA0BE844EE1}" type="sibTrans" cxnId="{75B61941-5D5F-4E50-BAE9-6DD1D4C415F9}">
      <dgm:prSet/>
      <dgm:spPr/>
      <dgm:t>
        <a:bodyPr/>
        <a:lstStyle/>
        <a:p>
          <a:endParaRPr lang="en-US"/>
        </a:p>
      </dgm:t>
    </dgm:pt>
    <dgm:pt modelId="{9AD85DFF-032E-4952-98CC-FE7D39F3742D}">
      <dgm:prSet/>
      <dgm:spPr/>
      <dgm:t>
        <a:bodyPr/>
        <a:lstStyle/>
        <a:p>
          <a:r>
            <a:rPr lang="en-US" baseline="0" dirty="0">
              <a:solidFill>
                <a:schemeClr val="bg1"/>
              </a:solidFill>
            </a:rPr>
            <a:t>Upper Case, Lower Case, Numbers, and Symbols.</a:t>
          </a:r>
          <a:endParaRPr lang="en-US" dirty="0">
            <a:solidFill>
              <a:schemeClr val="bg1"/>
            </a:solidFill>
          </a:endParaRPr>
        </a:p>
      </dgm:t>
    </dgm:pt>
    <dgm:pt modelId="{3B2B1FCB-08C3-44C9-9C77-B3C097A4F759}" type="parTrans" cxnId="{B1B2942F-C77B-46C0-A20B-32C0B8E0B112}">
      <dgm:prSet/>
      <dgm:spPr/>
      <dgm:t>
        <a:bodyPr/>
        <a:lstStyle/>
        <a:p>
          <a:endParaRPr lang="en-US"/>
        </a:p>
      </dgm:t>
    </dgm:pt>
    <dgm:pt modelId="{2F86F787-432E-465D-ABE9-A54CC4795209}" type="sibTrans" cxnId="{B1B2942F-C77B-46C0-A20B-32C0B8E0B112}">
      <dgm:prSet/>
      <dgm:spPr/>
      <dgm:t>
        <a:bodyPr/>
        <a:lstStyle/>
        <a:p>
          <a:endParaRPr lang="en-US"/>
        </a:p>
      </dgm:t>
    </dgm:pt>
    <dgm:pt modelId="{9F32E689-E8C9-487F-B821-F4446B2001A9}">
      <dgm:prSet/>
      <dgm:spPr/>
      <dgm:t>
        <a:bodyPr/>
        <a:lstStyle/>
        <a:p>
          <a:r>
            <a:rPr lang="en-US" dirty="0">
              <a:solidFill>
                <a:schemeClr val="bg1"/>
              </a:solidFill>
            </a:rPr>
            <a:t>Use a minimum of 8 Characters</a:t>
          </a:r>
        </a:p>
      </dgm:t>
    </dgm:pt>
    <dgm:pt modelId="{6114B9C1-F463-4DBC-8958-2BCFDB2547E5}" type="parTrans" cxnId="{CDE7E55F-0F16-439C-8537-0B373C2B4A2F}">
      <dgm:prSet/>
      <dgm:spPr/>
      <dgm:t>
        <a:bodyPr/>
        <a:lstStyle/>
        <a:p>
          <a:endParaRPr lang="en-US"/>
        </a:p>
      </dgm:t>
    </dgm:pt>
    <dgm:pt modelId="{928C340E-E7EA-47C7-AEBE-E15CBE01507E}" type="sibTrans" cxnId="{CDE7E55F-0F16-439C-8537-0B373C2B4A2F}">
      <dgm:prSet/>
      <dgm:spPr/>
      <dgm:t>
        <a:bodyPr/>
        <a:lstStyle/>
        <a:p>
          <a:endParaRPr lang="en-US"/>
        </a:p>
      </dgm:t>
    </dgm:pt>
    <dgm:pt modelId="{FD3E206C-160E-4B03-AE9F-3557989112A1}">
      <dgm:prSet/>
      <dgm:spPr/>
      <dgm:t>
        <a:bodyPr/>
        <a:lstStyle/>
        <a:p>
          <a:r>
            <a:rPr lang="en-US" dirty="0">
              <a:solidFill>
                <a:schemeClr val="bg1"/>
              </a:solidFill>
            </a:rPr>
            <a:t>Use a combination of words or phrases</a:t>
          </a:r>
        </a:p>
      </dgm:t>
    </dgm:pt>
    <dgm:pt modelId="{93728429-C18B-40CE-8AA3-03276E39EFB3}" type="parTrans" cxnId="{4F7D0FB1-3785-4348-A5CB-3315BBDE1C71}">
      <dgm:prSet/>
      <dgm:spPr/>
      <dgm:t>
        <a:bodyPr/>
        <a:lstStyle/>
        <a:p>
          <a:endParaRPr lang="en-US"/>
        </a:p>
      </dgm:t>
    </dgm:pt>
    <dgm:pt modelId="{D5AA73F8-562F-4EB4-AFF9-B15BD3390A2A}" type="sibTrans" cxnId="{4F7D0FB1-3785-4348-A5CB-3315BBDE1C71}">
      <dgm:prSet/>
      <dgm:spPr/>
      <dgm:t>
        <a:bodyPr/>
        <a:lstStyle/>
        <a:p>
          <a:endParaRPr lang="en-US"/>
        </a:p>
      </dgm:t>
    </dgm:pt>
    <dgm:pt modelId="{5DA73C91-EE38-4C81-96BE-0E71AE2470C4}">
      <dgm:prSet/>
      <dgm:spPr/>
      <dgm:t>
        <a:bodyPr/>
        <a:lstStyle/>
        <a:p>
          <a:r>
            <a:rPr lang="en-US" dirty="0">
              <a:solidFill>
                <a:schemeClr val="bg1"/>
              </a:solidFill>
            </a:rPr>
            <a:t>Substitute letters with numbers or symbols</a:t>
          </a:r>
        </a:p>
      </dgm:t>
    </dgm:pt>
    <dgm:pt modelId="{647BCFFD-4CE3-4746-AA60-7AE36D566A22}" type="parTrans" cxnId="{233E4CE1-FB7F-47E4-9A0E-5CE1991AAB3C}">
      <dgm:prSet/>
      <dgm:spPr/>
      <dgm:t>
        <a:bodyPr/>
        <a:lstStyle/>
        <a:p>
          <a:endParaRPr lang="en-US"/>
        </a:p>
      </dgm:t>
    </dgm:pt>
    <dgm:pt modelId="{46B0E5EA-1DCD-40B7-998E-EB83A996A955}" type="sibTrans" cxnId="{233E4CE1-FB7F-47E4-9A0E-5CE1991AAB3C}">
      <dgm:prSet/>
      <dgm:spPr/>
      <dgm:t>
        <a:bodyPr/>
        <a:lstStyle/>
        <a:p>
          <a:endParaRPr lang="en-US"/>
        </a:p>
      </dgm:t>
    </dgm:pt>
    <dgm:pt modelId="{0AEA281F-F2F7-415B-9A39-84AD5B68117B}">
      <dgm:prSet/>
      <dgm:spPr/>
      <dgm:t>
        <a:bodyPr/>
        <a:lstStyle/>
        <a:p>
          <a:r>
            <a:rPr lang="en-US" dirty="0">
              <a:solidFill>
                <a:schemeClr val="bg1"/>
              </a:solidFill>
            </a:rPr>
            <a:t>Lets start by Substituting Letters and Numbers.</a:t>
          </a:r>
        </a:p>
      </dgm:t>
    </dgm:pt>
    <dgm:pt modelId="{0B1D319C-FE58-40D5-A4A0-2743863FF5EA}" type="parTrans" cxnId="{FED6638D-35F7-4F4C-BB4F-71499494589C}">
      <dgm:prSet/>
      <dgm:spPr/>
      <dgm:t>
        <a:bodyPr/>
        <a:lstStyle/>
        <a:p>
          <a:endParaRPr lang="en-US"/>
        </a:p>
      </dgm:t>
    </dgm:pt>
    <dgm:pt modelId="{52A18D9E-05FD-4AAE-9B7F-C19E770BECF1}" type="sibTrans" cxnId="{FED6638D-35F7-4F4C-BB4F-71499494589C}">
      <dgm:prSet/>
      <dgm:spPr/>
      <dgm:t>
        <a:bodyPr/>
        <a:lstStyle/>
        <a:p>
          <a:endParaRPr lang="en-US"/>
        </a:p>
      </dgm:t>
    </dgm:pt>
    <dgm:pt modelId="{D6098664-FB0C-4D70-9DAB-C98C306AF25E}">
      <dgm:prSet/>
      <dgm:spPr/>
      <dgm:t>
        <a:bodyPr/>
        <a:lstStyle/>
        <a:p>
          <a:r>
            <a:rPr lang="en-US" dirty="0">
              <a:solidFill>
                <a:schemeClr val="bg1"/>
              </a:solidFill>
            </a:rPr>
            <a:t>Okay, That was a good start, but it’s not quite secure enough…yet</a:t>
          </a:r>
        </a:p>
      </dgm:t>
    </dgm:pt>
    <dgm:pt modelId="{CA6CA1AF-1421-48DA-B710-75EC530EF34E}" type="parTrans" cxnId="{A08397EB-F54A-490D-975F-0646B0136898}">
      <dgm:prSet/>
      <dgm:spPr/>
      <dgm:t>
        <a:bodyPr/>
        <a:lstStyle/>
        <a:p>
          <a:endParaRPr lang="en-US"/>
        </a:p>
      </dgm:t>
    </dgm:pt>
    <dgm:pt modelId="{EED9B03A-50AF-492E-A23C-4E0AB4246FCB}" type="sibTrans" cxnId="{A08397EB-F54A-490D-975F-0646B0136898}">
      <dgm:prSet/>
      <dgm:spPr/>
      <dgm:t>
        <a:bodyPr/>
        <a:lstStyle/>
        <a:p>
          <a:endParaRPr lang="en-US"/>
        </a:p>
      </dgm:t>
    </dgm:pt>
    <dgm:pt modelId="{59F6631F-9894-450D-A2D8-B53DB88D4A56}">
      <dgm:prSet/>
      <dgm:spPr/>
      <dgm:t>
        <a:bodyPr/>
        <a:lstStyle/>
        <a:p>
          <a:r>
            <a:rPr lang="en-US" dirty="0">
              <a:solidFill>
                <a:schemeClr val="bg1"/>
              </a:solidFill>
            </a:rPr>
            <a:t>Now we are going to turn it into a phrase</a:t>
          </a:r>
        </a:p>
      </dgm:t>
    </dgm:pt>
    <dgm:pt modelId="{1264335D-5A34-4CFE-B181-93DF3AD9563D}" type="parTrans" cxnId="{9CF33046-67C5-413D-902C-4DBCC10D6F24}">
      <dgm:prSet/>
      <dgm:spPr/>
      <dgm:t>
        <a:bodyPr/>
        <a:lstStyle/>
        <a:p>
          <a:endParaRPr lang="en-US"/>
        </a:p>
      </dgm:t>
    </dgm:pt>
    <dgm:pt modelId="{A93E9609-EC21-4882-A3C4-62890E5BEFE2}" type="sibTrans" cxnId="{9CF33046-67C5-413D-902C-4DBCC10D6F24}">
      <dgm:prSet/>
      <dgm:spPr/>
      <dgm:t>
        <a:bodyPr/>
        <a:lstStyle/>
        <a:p>
          <a:endParaRPr lang="en-US"/>
        </a:p>
      </dgm:t>
    </dgm:pt>
    <dgm:pt modelId="{898AF999-8322-47F8-95F4-AA09E3F45C42}">
      <dgm:prSet/>
      <dgm:spPr/>
      <dgm:t>
        <a:bodyPr/>
        <a:lstStyle/>
        <a:p>
          <a:r>
            <a:rPr lang="en-US" dirty="0">
              <a:solidFill>
                <a:schemeClr val="bg1"/>
              </a:solidFill>
            </a:rPr>
            <a:t> FLOWERS  ---&gt;   F1oW3r$</a:t>
          </a:r>
        </a:p>
      </dgm:t>
    </dgm:pt>
    <dgm:pt modelId="{738115C2-BDCA-4998-95D6-A43E7A790E91}" type="parTrans" cxnId="{0B76D43A-73FA-4B3E-B545-AEA7AFE18252}">
      <dgm:prSet/>
      <dgm:spPr/>
      <dgm:t>
        <a:bodyPr/>
        <a:lstStyle/>
        <a:p>
          <a:endParaRPr lang="en-US"/>
        </a:p>
      </dgm:t>
    </dgm:pt>
    <dgm:pt modelId="{7978E974-1CC6-46B8-86EB-65AB147C5337}" type="sibTrans" cxnId="{0B76D43A-73FA-4B3E-B545-AEA7AFE18252}">
      <dgm:prSet/>
      <dgm:spPr/>
      <dgm:t>
        <a:bodyPr/>
        <a:lstStyle/>
        <a:p>
          <a:endParaRPr lang="en-US"/>
        </a:p>
      </dgm:t>
    </dgm:pt>
    <dgm:pt modelId="{9445D84C-B8EB-4922-921F-2306BE132A5C}">
      <dgm:prSet/>
      <dgm:spPr/>
      <dgm:t>
        <a:bodyPr/>
        <a:lstStyle/>
        <a:p>
          <a:r>
            <a:rPr lang="en-US" dirty="0">
              <a:solidFill>
                <a:schemeClr val="bg1"/>
              </a:solidFill>
            </a:rPr>
            <a:t>FLOWERS ---&gt; F1oW3r$  ---&gt; I love Flowers ---&gt; !,1ov3@F1ow3r$</a:t>
          </a:r>
        </a:p>
      </dgm:t>
    </dgm:pt>
    <dgm:pt modelId="{34A0B95E-A3F3-412B-95B5-BA1539D83C7B}" type="parTrans" cxnId="{BD95CE47-F3DC-470C-997B-FD61DA4EE5D6}">
      <dgm:prSet/>
      <dgm:spPr/>
      <dgm:t>
        <a:bodyPr/>
        <a:lstStyle/>
        <a:p>
          <a:endParaRPr lang="en-US"/>
        </a:p>
      </dgm:t>
    </dgm:pt>
    <dgm:pt modelId="{843AF689-8362-4AD8-B91F-6665F093FC62}" type="sibTrans" cxnId="{BD95CE47-F3DC-470C-997B-FD61DA4EE5D6}">
      <dgm:prSet/>
      <dgm:spPr/>
      <dgm:t>
        <a:bodyPr/>
        <a:lstStyle/>
        <a:p>
          <a:endParaRPr lang="en-US"/>
        </a:p>
      </dgm:t>
    </dgm:pt>
    <dgm:pt modelId="{92FB3506-3D36-43CE-920E-BFCBF11A55D3}">
      <dgm:prSet/>
      <dgm:spPr/>
      <dgm:t>
        <a:bodyPr/>
        <a:lstStyle/>
        <a:p>
          <a:r>
            <a:rPr lang="en-US" dirty="0">
              <a:solidFill>
                <a:schemeClr val="bg1"/>
              </a:solidFill>
            </a:rPr>
            <a:t>It seems difficult to remember, but its your custom phrase. If you use a password manager then you shouldn’t have any issues.</a:t>
          </a:r>
        </a:p>
      </dgm:t>
    </dgm:pt>
    <dgm:pt modelId="{69262A39-BA7C-4AFA-9B34-54A8AC7427A6}" type="parTrans" cxnId="{318A7777-A9B6-427C-9D8F-01E7049D526C}">
      <dgm:prSet/>
      <dgm:spPr/>
      <dgm:t>
        <a:bodyPr/>
        <a:lstStyle/>
        <a:p>
          <a:endParaRPr lang="en-US"/>
        </a:p>
      </dgm:t>
    </dgm:pt>
    <dgm:pt modelId="{74FF0419-0698-4ADD-878A-0C606AAF0D2C}" type="sibTrans" cxnId="{318A7777-A9B6-427C-9D8F-01E7049D526C}">
      <dgm:prSet/>
      <dgm:spPr/>
      <dgm:t>
        <a:bodyPr/>
        <a:lstStyle/>
        <a:p>
          <a:endParaRPr lang="en-US"/>
        </a:p>
      </dgm:t>
    </dgm:pt>
    <dgm:pt modelId="{4146A27D-5C41-44AA-B45B-D97360B50B9A}" type="pres">
      <dgm:prSet presAssocID="{40881770-93AF-461D-9E6F-45D9893264FF}" presName="linear" presStyleCnt="0">
        <dgm:presLayoutVars>
          <dgm:animLvl val="lvl"/>
          <dgm:resizeHandles val="exact"/>
        </dgm:presLayoutVars>
      </dgm:prSet>
      <dgm:spPr/>
    </dgm:pt>
    <dgm:pt modelId="{B4B76756-E322-4CD3-BB88-1035258D0E25}" type="pres">
      <dgm:prSet presAssocID="{A8688B5A-462A-4FDD-B304-DE6C9EF1ABAA}" presName="parentText" presStyleLbl="node1" presStyleIdx="0" presStyleCnt="3">
        <dgm:presLayoutVars>
          <dgm:chMax val="0"/>
          <dgm:bulletEnabled val="1"/>
        </dgm:presLayoutVars>
      </dgm:prSet>
      <dgm:spPr/>
    </dgm:pt>
    <dgm:pt modelId="{8533B1E8-5479-41B9-8BF9-33BB435B5A18}" type="pres">
      <dgm:prSet presAssocID="{A8688B5A-462A-4FDD-B304-DE6C9EF1ABAA}" presName="childText" presStyleLbl="revTx" presStyleIdx="0" presStyleCnt="3">
        <dgm:presLayoutVars>
          <dgm:bulletEnabled val="1"/>
        </dgm:presLayoutVars>
      </dgm:prSet>
      <dgm:spPr/>
    </dgm:pt>
    <dgm:pt modelId="{20A30519-F89D-49F6-BA85-33A44230FA1B}" type="pres">
      <dgm:prSet presAssocID="{0282C065-9795-4E56-8D35-D6A0B94F4FFB}" presName="parentText" presStyleLbl="node1" presStyleIdx="1" presStyleCnt="3" custLinFactNeighborX="-148">
        <dgm:presLayoutVars>
          <dgm:chMax val="0"/>
          <dgm:bulletEnabled val="1"/>
        </dgm:presLayoutVars>
      </dgm:prSet>
      <dgm:spPr/>
    </dgm:pt>
    <dgm:pt modelId="{86A42BA2-011F-402D-91CB-F3160657CD65}" type="pres">
      <dgm:prSet presAssocID="{0282C065-9795-4E56-8D35-D6A0B94F4FFB}" presName="childText" presStyleLbl="revTx" presStyleIdx="1" presStyleCnt="3">
        <dgm:presLayoutVars>
          <dgm:bulletEnabled val="1"/>
        </dgm:presLayoutVars>
      </dgm:prSet>
      <dgm:spPr/>
    </dgm:pt>
    <dgm:pt modelId="{83FE14DF-7B8B-47DB-9B56-9C8B0CA1A794}" type="pres">
      <dgm:prSet presAssocID="{C4156ED1-B351-4409-B6D1-4523492D3347}" presName="parentText" presStyleLbl="node1" presStyleIdx="2" presStyleCnt="3">
        <dgm:presLayoutVars>
          <dgm:chMax val="0"/>
          <dgm:bulletEnabled val="1"/>
        </dgm:presLayoutVars>
      </dgm:prSet>
      <dgm:spPr/>
    </dgm:pt>
    <dgm:pt modelId="{E136E676-66D5-43F1-AE0B-60A73C25C7BD}" type="pres">
      <dgm:prSet presAssocID="{C4156ED1-B351-4409-B6D1-4523492D3347}" presName="childText" presStyleLbl="revTx" presStyleIdx="2" presStyleCnt="3">
        <dgm:presLayoutVars>
          <dgm:bulletEnabled val="1"/>
        </dgm:presLayoutVars>
      </dgm:prSet>
      <dgm:spPr/>
    </dgm:pt>
  </dgm:ptLst>
  <dgm:cxnLst>
    <dgm:cxn modelId="{D6D6A60A-E648-4965-8E3E-A4FDBEBEABC1}" type="presOf" srcId="{40881770-93AF-461D-9E6F-45D9893264FF}" destId="{4146A27D-5C41-44AA-B45B-D97360B50B9A}" srcOrd="0" destOrd="0" presId="urn:microsoft.com/office/officeart/2005/8/layout/vList2"/>
    <dgm:cxn modelId="{B41B5320-DF87-44D7-881C-AD65D6833452}" srcId="{40881770-93AF-461D-9E6F-45D9893264FF}" destId="{0282C065-9795-4E56-8D35-D6A0B94F4FFB}" srcOrd="1" destOrd="0" parTransId="{3796F42D-5DDC-4FDD-8C36-8B25D6AF0F9C}" sibTransId="{8E5C2C73-AC58-4199-907E-78191DF94733}"/>
    <dgm:cxn modelId="{60447A28-3DB6-457E-B429-D6844639A543}" type="presOf" srcId="{59F6631F-9894-450D-A2D8-B53DB88D4A56}" destId="{E136E676-66D5-43F1-AE0B-60A73C25C7BD}" srcOrd="0" destOrd="4" presId="urn:microsoft.com/office/officeart/2005/8/layout/vList2"/>
    <dgm:cxn modelId="{B1B2942F-C77B-46C0-A20B-32C0B8E0B112}" srcId="{A8688B5A-462A-4FDD-B304-DE6C9EF1ABAA}" destId="{9AD85DFF-032E-4952-98CC-FE7D39F3742D}" srcOrd="1" destOrd="0" parTransId="{3B2B1FCB-08C3-44C9-9C77-B3C097A4F759}" sibTransId="{2F86F787-432E-465D-ABE9-A54CC4795209}"/>
    <dgm:cxn modelId="{0B76D43A-73FA-4B3E-B545-AEA7AFE18252}" srcId="{0AEA281F-F2F7-415B-9A39-84AD5B68117B}" destId="{898AF999-8322-47F8-95F4-AA09E3F45C42}" srcOrd="0" destOrd="0" parTransId="{738115C2-BDCA-4998-95D6-A43E7A790E91}" sibTransId="{7978E974-1CC6-46B8-86EB-65AB147C5337}"/>
    <dgm:cxn modelId="{CDE7E55F-0F16-439C-8537-0B373C2B4A2F}" srcId="{A8688B5A-462A-4FDD-B304-DE6C9EF1ABAA}" destId="{9F32E689-E8C9-487F-B821-F4446B2001A9}" srcOrd="2" destOrd="0" parTransId="{6114B9C1-F463-4DBC-8958-2BCFDB2547E5}" sibTransId="{928C340E-E7EA-47C7-AEBE-E15CBE01507E}"/>
    <dgm:cxn modelId="{75B61941-5D5F-4E50-BAE9-6DD1D4C415F9}" srcId="{C4156ED1-B351-4409-B6D1-4523492D3347}" destId="{848295AE-9D8D-49B6-B7EC-66000C115593}" srcOrd="0" destOrd="0" parTransId="{1A39B603-4D04-4281-A77A-9F5086F33B7D}" sibTransId="{E0364CD7-B54D-455B-B9DB-FAA0BE844EE1}"/>
    <dgm:cxn modelId="{A3397965-4DCE-44B1-B32A-FF59726BE9A5}" type="presOf" srcId="{0AEA281F-F2F7-415B-9A39-84AD5B68117B}" destId="{E136E676-66D5-43F1-AE0B-60A73C25C7BD}" srcOrd="0" destOrd="1" presId="urn:microsoft.com/office/officeart/2005/8/layout/vList2"/>
    <dgm:cxn modelId="{9CF33046-67C5-413D-902C-4DBCC10D6F24}" srcId="{C4156ED1-B351-4409-B6D1-4523492D3347}" destId="{59F6631F-9894-450D-A2D8-B53DB88D4A56}" srcOrd="2" destOrd="0" parTransId="{1264335D-5A34-4CFE-B181-93DF3AD9563D}" sibTransId="{A93E9609-EC21-4882-A3C4-62890E5BEFE2}"/>
    <dgm:cxn modelId="{FE91AD47-36CC-4782-837D-18726F3694D2}" type="presOf" srcId="{92FB3506-3D36-43CE-920E-BFCBF11A55D3}" destId="{E136E676-66D5-43F1-AE0B-60A73C25C7BD}" srcOrd="0" destOrd="6" presId="urn:microsoft.com/office/officeart/2005/8/layout/vList2"/>
    <dgm:cxn modelId="{BD95CE47-F3DC-470C-997B-FD61DA4EE5D6}" srcId="{59F6631F-9894-450D-A2D8-B53DB88D4A56}" destId="{9445D84C-B8EB-4922-921F-2306BE132A5C}" srcOrd="0" destOrd="0" parTransId="{34A0B95E-A3F3-412B-95B5-BA1539D83C7B}" sibTransId="{843AF689-8362-4AD8-B91F-6665F093FC62}"/>
    <dgm:cxn modelId="{8657B449-00D7-44FF-BC09-2456D20B34AD}" type="presOf" srcId="{FD3E206C-160E-4B03-AE9F-3557989112A1}" destId="{86A42BA2-011F-402D-91CB-F3160657CD65}" srcOrd="0" destOrd="1" presId="urn:microsoft.com/office/officeart/2005/8/layout/vList2"/>
    <dgm:cxn modelId="{7A05104A-1C31-4EBB-B695-A9E9880DF54F}" type="presOf" srcId="{9445D84C-B8EB-4922-921F-2306BE132A5C}" destId="{E136E676-66D5-43F1-AE0B-60A73C25C7BD}" srcOrd="0" destOrd="5" presId="urn:microsoft.com/office/officeart/2005/8/layout/vList2"/>
    <dgm:cxn modelId="{EABB5F73-C973-4B76-8ADB-A80B782BB1DB}" srcId="{0282C065-9795-4E56-8D35-D6A0B94F4FFB}" destId="{47EB448B-F6F2-4D54-9AC2-711A8DCBE4F3}" srcOrd="0" destOrd="0" parTransId="{9459C4F4-D85E-41B5-99EB-E06AA7F72468}" sibTransId="{B8B2CC34-6EFF-45D3-BDB5-F6FC8B2108A5}"/>
    <dgm:cxn modelId="{9156A373-6EB2-41A1-85CA-D15B833C92F7}" type="presOf" srcId="{9AD85DFF-032E-4952-98CC-FE7D39F3742D}" destId="{8533B1E8-5479-41B9-8BF9-33BB435B5A18}" srcOrd="0" destOrd="1" presId="urn:microsoft.com/office/officeart/2005/8/layout/vList2"/>
    <dgm:cxn modelId="{7ABB7D56-B0F2-46CF-80D8-CA0301902D0B}" type="presOf" srcId="{A8688B5A-462A-4FDD-B304-DE6C9EF1ABAA}" destId="{B4B76756-E322-4CD3-BB88-1035258D0E25}" srcOrd="0" destOrd="0" presId="urn:microsoft.com/office/officeart/2005/8/layout/vList2"/>
    <dgm:cxn modelId="{318A7777-A9B6-427C-9D8F-01E7049D526C}" srcId="{59F6631F-9894-450D-A2D8-B53DB88D4A56}" destId="{92FB3506-3D36-43CE-920E-BFCBF11A55D3}" srcOrd="1" destOrd="0" parTransId="{69262A39-BA7C-4AFA-9B34-54A8AC7427A6}" sibTransId="{74FF0419-0698-4ADD-878A-0C606AAF0D2C}"/>
    <dgm:cxn modelId="{B65A7988-7B08-4D90-979B-652D563523F3}" type="presOf" srcId="{848295AE-9D8D-49B6-B7EC-66000C115593}" destId="{E136E676-66D5-43F1-AE0B-60A73C25C7BD}" srcOrd="0" destOrd="0" presId="urn:microsoft.com/office/officeart/2005/8/layout/vList2"/>
    <dgm:cxn modelId="{FED6638D-35F7-4F4C-BB4F-71499494589C}" srcId="{C4156ED1-B351-4409-B6D1-4523492D3347}" destId="{0AEA281F-F2F7-415B-9A39-84AD5B68117B}" srcOrd="1" destOrd="0" parTransId="{0B1D319C-FE58-40D5-A4A0-2743863FF5EA}" sibTransId="{52A18D9E-05FD-4AAE-9B7F-C19E770BECF1}"/>
    <dgm:cxn modelId="{3D2AC395-EE0F-4672-BFEA-A9B117B57749}" type="presOf" srcId="{F5BD9DB8-A6FA-49B4-A44B-D1EDBE7E3F73}" destId="{8533B1E8-5479-41B9-8BF9-33BB435B5A18}" srcOrd="0" destOrd="0" presId="urn:microsoft.com/office/officeart/2005/8/layout/vList2"/>
    <dgm:cxn modelId="{34BF92A1-730C-4863-8AB8-35C913110428}" type="presOf" srcId="{0282C065-9795-4E56-8D35-D6A0B94F4FFB}" destId="{20A30519-F89D-49F6-BA85-33A44230FA1B}" srcOrd="0" destOrd="0" presId="urn:microsoft.com/office/officeart/2005/8/layout/vList2"/>
    <dgm:cxn modelId="{6BEA3DA3-FF9D-4DD6-B4EE-7DB02FFA856F}" srcId="{40881770-93AF-461D-9E6F-45D9893264FF}" destId="{A8688B5A-462A-4FDD-B304-DE6C9EF1ABAA}" srcOrd="0" destOrd="0" parTransId="{97B80DE3-2BA5-4337-94A1-ED113E6F41F0}" sibTransId="{DA658DD5-208B-44E0-9139-254461870740}"/>
    <dgm:cxn modelId="{653C45A6-9AD6-4F3D-9591-1973BA565BEA}" srcId="{40881770-93AF-461D-9E6F-45D9893264FF}" destId="{C4156ED1-B351-4409-B6D1-4523492D3347}" srcOrd="2" destOrd="0" parTransId="{F1ADB435-7D19-4507-9FB3-B8C2BC4AA7F7}" sibTransId="{4BDF79D4-7E87-4E38-9BB9-6DEA9BD36CAA}"/>
    <dgm:cxn modelId="{6A8CE2AC-36E5-4081-AFB2-E7FCE99706E8}" type="presOf" srcId="{D6098664-FB0C-4D70-9DAB-C98C306AF25E}" destId="{E136E676-66D5-43F1-AE0B-60A73C25C7BD}" srcOrd="0" destOrd="3" presId="urn:microsoft.com/office/officeart/2005/8/layout/vList2"/>
    <dgm:cxn modelId="{4F7D0FB1-3785-4348-A5CB-3315BBDE1C71}" srcId="{0282C065-9795-4E56-8D35-D6A0B94F4FFB}" destId="{FD3E206C-160E-4B03-AE9F-3557989112A1}" srcOrd="1" destOrd="0" parTransId="{93728429-C18B-40CE-8AA3-03276E39EFB3}" sibTransId="{D5AA73F8-562F-4EB4-AFF9-B15BD3390A2A}"/>
    <dgm:cxn modelId="{38FDADBC-3E97-40A8-B49F-835FAE18C366}" srcId="{0282C065-9795-4E56-8D35-D6A0B94F4FFB}" destId="{74ABB23F-EAD2-4266-B5B3-48805CEA914B}" srcOrd="3" destOrd="0" parTransId="{08919D55-DE30-4041-93D4-541B5E092B84}" sibTransId="{F8E8471A-AD7F-422B-A8A5-6875EFA47290}"/>
    <dgm:cxn modelId="{BF8C49D9-86C6-4EF6-BA51-18FF06B9DAB4}" type="presOf" srcId="{898AF999-8322-47F8-95F4-AA09E3F45C42}" destId="{E136E676-66D5-43F1-AE0B-60A73C25C7BD}" srcOrd="0" destOrd="2" presId="urn:microsoft.com/office/officeart/2005/8/layout/vList2"/>
    <dgm:cxn modelId="{233E4CE1-FB7F-47E4-9A0E-5CE1991AAB3C}" srcId="{0282C065-9795-4E56-8D35-D6A0B94F4FFB}" destId="{5DA73C91-EE38-4C81-96BE-0E71AE2470C4}" srcOrd="2" destOrd="0" parTransId="{647BCFFD-4CE3-4746-AA60-7AE36D566A22}" sibTransId="{46B0E5EA-1DCD-40B7-998E-EB83A996A955}"/>
    <dgm:cxn modelId="{2FF6B5E7-1900-45D5-B3D2-081B0BDA0D0C}" type="presOf" srcId="{9F32E689-E8C9-487F-B821-F4446B2001A9}" destId="{8533B1E8-5479-41B9-8BF9-33BB435B5A18}" srcOrd="0" destOrd="2" presId="urn:microsoft.com/office/officeart/2005/8/layout/vList2"/>
    <dgm:cxn modelId="{A08397EB-F54A-490D-975F-0646B0136898}" srcId="{0AEA281F-F2F7-415B-9A39-84AD5B68117B}" destId="{D6098664-FB0C-4D70-9DAB-C98C306AF25E}" srcOrd="1" destOrd="0" parTransId="{CA6CA1AF-1421-48DA-B710-75EC530EF34E}" sibTransId="{EED9B03A-50AF-492E-A23C-4E0AB4246FCB}"/>
    <dgm:cxn modelId="{33E7EBEE-6C2C-4CE8-A10E-484F5754F781}" srcId="{A8688B5A-462A-4FDD-B304-DE6C9EF1ABAA}" destId="{F5BD9DB8-A6FA-49B4-A44B-D1EDBE7E3F73}" srcOrd="0" destOrd="0" parTransId="{8B2B5D7C-4A0D-4C7A-BAB4-154ED9EA6847}" sibTransId="{B5CC602C-50BA-4A16-9C3F-862A9ABB16A2}"/>
    <dgm:cxn modelId="{122C20F2-CC75-496E-8002-B04A16A14C99}" type="presOf" srcId="{C4156ED1-B351-4409-B6D1-4523492D3347}" destId="{83FE14DF-7B8B-47DB-9B56-9C8B0CA1A794}" srcOrd="0" destOrd="0" presId="urn:microsoft.com/office/officeart/2005/8/layout/vList2"/>
    <dgm:cxn modelId="{8DBFB0F2-7DF2-46EF-9FC8-EED70B3823E0}" type="presOf" srcId="{47EB448B-F6F2-4D54-9AC2-711A8DCBE4F3}" destId="{86A42BA2-011F-402D-91CB-F3160657CD65}" srcOrd="0" destOrd="0" presId="urn:microsoft.com/office/officeart/2005/8/layout/vList2"/>
    <dgm:cxn modelId="{146A25F3-1AB2-438E-838E-B01FB62CA245}" type="presOf" srcId="{5DA73C91-EE38-4C81-96BE-0E71AE2470C4}" destId="{86A42BA2-011F-402D-91CB-F3160657CD65}" srcOrd="0" destOrd="2" presId="urn:microsoft.com/office/officeart/2005/8/layout/vList2"/>
    <dgm:cxn modelId="{CAB8F8F3-00BF-4784-BD9B-F9B23EDE895B}" type="presOf" srcId="{74ABB23F-EAD2-4266-B5B3-48805CEA914B}" destId="{86A42BA2-011F-402D-91CB-F3160657CD65}" srcOrd="0" destOrd="3" presId="urn:microsoft.com/office/officeart/2005/8/layout/vList2"/>
    <dgm:cxn modelId="{0A8D29C8-3B7C-4F98-8797-55CAFB493AC6}" type="presParOf" srcId="{4146A27D-5C41-44AA-B45B-D97360B50B9A}" destId="{B4B76756-E322-4CD3-BB88-1035258D0E25}" srcOrd="0" destOrd="0" presId="urn:microsoft.com/office/officeart/2005/8/layout/vList2"/>
    <dgm:cxn modelId="{1F60061B-CE22-43BB-A098-5A856E9215CB}" type="presParOf" srcId="{4146A27D-5C41-44AA-B45B-D97360B50B9A}" destId="{8533B1E8-5479-41B9-8BF9-33BB435B5A18}" srcOrd="1" destOrd="0" presId="urn:microsoft.com/office/officeart/2005/8/layout/vList2"/>
    <dgm:cxn modelId="{BA9974E2-87CA-4679-A9ED-2C3BDF09A065}" type="presParOf" srcId="{4146A27D-5C41-44AA-B45B-D97360B50B9A}" destId="{20A30519-F89D-49F6-BA85-33A44230FA1B}" srcOrd="2" destOrd="0" presId="urn:microsoft.com/office/officeart/2005/8/layout/vList2"/>
    <dgm:cxn modelId="{FD3E677E-1B59-4DC7-ABE2-9239014FD8B2}" type="presParOf" srcId="{4146A27D-5C41-44AA-B45B-D97360B50B9A}" destId="{86A42BA2-011F-402D-91CB-F3160657CD65}" srcOrd="3" destOrd="0" presId="urn:microsoft.com/office/officeart/2005/8/layout/vList2"/>
    <dgm:cxn modelId="{00A91B87-33FF-406E-9CE9-DBB55FD1C6A4}" type="presParOf" srcId="{4146A27D-5C41-44AA-B45B-D97360B50B9A}" destId="{83FE14DF-7B8B-47DB-9B56-9C8B0CA1A794}" srcOrd="4" destOrd="0" presId="urn:microsoft.com/office/officeart/2005/8/layout/vList2"/>
    <dgm:cxn modelId="{E1218F78-BC71-41D0-9D3B-F56834234178}" type="presParOf" srcId="{4146A27D-5C41-44AA-B45B-D97360B50B9A}" destId="{E136E676-66D5-43F1-AE0B-60A73C25C7BD}"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2941F6F-DBDA-4CBA-99B7-FB135CB4C7D6}"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9BD9FE9-9C0F-45F4-9890-6E223E41F8EC}">
      <dgm:prSet/>
      <dgm:spPr/>
      <dgm:t>
        <a:bodyPr/>
        <a:lstStyle/>
        <a:p>
          <a:pPr>
            <a:lnSpc>
              <a:spcPct val="100000"/>
            </a:lnSpc>
            <a:defRPr b="1"/>
          </a:pPr>
          <a:r>
            <a:rPr lang="en-US" dirty="0"/>
            <a:t>Use a Password Manager Like LastPass</a:t>
          </a:r>
        </a:p>
      </dgm:t>
    </dgm:pt>
    <dgm:pt modelId="{F0C32066-68B7-4F9A-9E01-F4017E533D39}" type="parTrans" cxnId="{F74958E3-F929-4255-B9F3-5116BDFDC3FC}">
      <dgm:prSet/>
      <dgm:spPr/>
      <dgm:t>
        <a:bodyPr/>
        <a:lstStyle/>
        <a:p>
          <a:endParaRPr lang="en-US"/>
        </a:p>
      </dgm:t>
    </dgm:pt>
    <dgm:pt modelId="{3B87879A-2A43-48F2-BD30-1645D5C0A9C1}" type="sibTrans" cxnId="{F74958E3-F929-4255-B9F3-5116BDFDC3FC}">
      <dgm:prSet/>
      <dgm:spPr/>
      <dgm:t>
        <a:bodyPr/>
        <a:lstStyle/>
        <a:p>
          <a:endParaRPr lang="en-US"/>
        </a:p>
      </dgm:t>
    </dgm:pt>
    <dgm:pt modelId="{54168DBD-3B7A-49B4-89A9-9BA3DFFCD765}">
      <dgm:prSet/>
      <dgm:spPr/>
      <dgm:t>
        <a:bodyPr/>
        <a:lstStyle/>
        <a:p>
          <a:pPr>
            <a:lnSpc>
              <a:spcPct val="100000"/>
            </a:lnSpc>
          </a:pPr>
          <a:r>
            <a:rPr lang="en-US"/>
            <a:t>Password managers allow you to easily manage your unique passwords.</a:t>
          </a:r>
        </a:p>
      </dgm:t>
    </dgm:pt>
    <dgm:pt modelId="{FA07E497-196C-47D7-90D4-5253B743767F}" type="parTrans" cxnId="{F44B6013-A7A1-49D3-8181-F8CB20A15698}">
      <dgm:prSet/>
      <dgm:spPr/>
      <dgm:t>
        <a:bodyPr/>
        <a:lstStyle/>
        <a:p>
          <a:endParaRPr lang="en-US"/>
        </a:p>
      </dgm:t>
    </dgm:pt>
    <dgm:pt modelId="{294EBD91-22CC-4229-89A0-F8365399E0FC}" type="sibTrans" cxnId="{F44B6013-A7A1-49D3-8181-F8CB20A15698}">
      <dgm:prSet/>
      <dgm:spPr/>
      <dgm:t>
        <a:bodyPr/>
        <a:lstStyle/>
        <a:p>
          <a:endParaRPr lang="en-US"/>
        </a:p>
      </dgm:t>
    </dgm:pt>
    <dgm:pt modelId="{6D928A95-CC55-4E20-9044-55463515BE91}">
      <dgm:prSet/>
      <dgm:spPr/>
      <dgm:t>
        <a:bodyPr/>
        <a:lstStyle/>
        <a:p>
          <a:pPr>
            <a:lnSpc>
              <a:spcPct val="100000"/>
            </a:lnSpc>
          </a:pPr>
          <a:r>
            <a:rPr lang="en-US" dirty="0"/>
            <a:t>Despite common belief, Password managers are the most secure way to store your account information</a:t>
          </a:r>
        </a:p>
      </dgm:t>
    </dgm:pt>
    <dgm:pt modelId="{796BCA14-C9BD-4078-967B-B1352BCD7304}" type="parTrans" cxnId="{02CDE1BF-22B8-4530-A1C4-C08806E33745}">
      <dgm:prSet/>
      <dgm:spPr/>
      <dgm:t>
        <a:bodyPr/>
        <a:lstStyle/>
        <a:p>
          <a:endParaRPr lang="en-US"/>
        </a:p>
      </dgm:t>
    </dgm:pt>
    <dgm:pt modelId="{F84F81B3-67F6-49A7-A9CC-3322D9E63BAF}" type="sibTrans" cxnId="{02CDE1BF-22B8-4530-A1C4-C08806E33745}">
      <dgm:prSet/>
      <dgm:spPr/>
      <dgm:t>
        <a:bodyPr/>
        <a:lstStyle/>
        <a:p>
          <a:endParaRPr lang="en-US"/>
        </a:p>
      </dgm:t>
    </dgm:pt>
    <dgm:pt modelId="{74BC40BC-9247-4C92-AA8D-0371D4236E46}">
      <dgm:prSet/>
      <dgm:spPr/>
      <dgm:t>
        <a:bodyPr/>
        <a:lstStyle/>
        <a:p>
          <a:pPr>
            <a:lnSpc>
              <a:spcPct val="100000"/>
            </a:lnSpc>
            <a:defRPr b="1"/>
          </a:pPr>
          <a:r>
            <a:rPr lang="en-US" dirty="0"/>
            <a:t>Use Multi-Factor Authentication(MFA)</a:t>
          </a:r>
        </a:p>
      </dgm:t>
    </dgm:pt>
    <dgm:pt modelId="{613FA2F9-BAC6-4815-B91B-18E45FE6DEEF}" type="parTrans" cxnId="{E1524418-2774-4A10-88AF-7E9EDA869D9B}">
      <dgm:prSet/>
      <dgm:spPr/>
      <dgm:t>
        <a:bodyPr/>
        <a:lstStyle/>
        <a:p>
          <a:endParaRPr lang="en-US"/>
        </a:p>
      </dgm:t>
    </dgm:pt>
    <dgm:pt modelId="{0FE8E214-0074-41DC-8CD9-7CE08210B74A}" type="sibTrans" cxnId="{E1524418-2774-4A10-88AF-7E9EDA869D9B}">
      <dgm:prSet/>
      <dgm:spPr/>
      <dgm:t>
        <a:bodyPr/>
        <a:lstStyle/>
        <a:p>
          <a:endParaRPr lang="en-US"/>
        </a:p>
      </dgm:t>
    </dgm:pt>
    <dgm:pt modelId="{0FF5618C-7DC6-445B-A84D-010A1281E44F}">
      <dgm:prSet/>
      <dgm:spPr/>
      <dgm:t>
        <a:bodyPr/>
        <a:lstStyle/>
        <a:p>
          <a:pPr>
            <a:lnSpc>
              <a:spcPct val="100000"/>
            </a:lnSpc>
          </a:pPr>
          <a:r>
            <a:rPr lang="en-US" dirty="0"/>
            <a:t>If possible, enable Multi-factor authentication on every account you can</a:t>
          </a:r>
        </a:p>
      </dgm:t>
    </dgm:pt>
    <dgm:pt modelId="{2EB0DBA8-8549-4F45-AFD7-2EF12E5BDAC7}" type="parTrans" cxnId="{BDE191E9-971C-4C7A-9CB6-545D25C32AB8}">
      <dgm:prSet/>
      <dgm:spPr/>
      <dgm:t>
        <a:bodyPr/>
        <a:lstStyle/>
        <a:p>
          <a:endParaRPr lang="en-US"/>
        </a:p>
      </dgm:t>
    </dgm:pt>
    <dgm:pt modelId="{8143F62F-3970-432D-A7C4-FB988C9EA541}" type="sibTrans" cxnId="{BDE191E9-971C-4C7A-9CB6-545D25C32AB8}">
      <dgm:prSet/>
      <dgm:spPr/>
      <dgm:t>
        <a:bodyPr/>
        <a:lstStyle/>
        <a:p>
          <a:endParaRPr lang="en-US"/>
        </a:p>
      </dgm:t>
    </dgm:pt>
    <dgm:pt modelId="{EB56E712-7F2B-4B88-8042-E34D1A60B975}">
      <dgm:prSet/>
      <dgm:spPr/>
      <dgm:t>
        <a:bodyPr/>
        <a:lstStyle/>
        <a:p>
          <a:pPr>
            <a:lnSpc>
              <a:spcPct val="100000"/>
            </a:lnSpc>
          </a:pPr>
          <a:r>
            <a:rPr lang="en-US"/>
            <a:t>MFA requires you to enter an additional piece of information when logging into your account (Usually a code sent to your phone)</a:t>
          </a:r>
        </a:p>
      </dgm:t>
    </dgm:pt>
    <dgm:pt modelId="{7607C097-EAC2-46F4-9964-F85B216BD40E}" type="parTrans" cxnId="{837EC2C6-8DD0-4875-A662-26F6869AD022}">
      <dgm:prSet/>
      <dgm:spPr/>
      <dgm:t>
        <a:bodyPr/>
        <a:lstStyle/>
        <a:p>
          <a:endParaRPr lang="en-US"/>
        </a:p>
      </dgm:t>
    </dgm:pt>
    <dgm:pt modelId="{DBF42EF9-CEB5-4159-917F-DB4D976457C0}" type="sibTrans" cxnId="{837EC2C6-8DD0-4875-A662-26F6869AD022}">
      <dgm:prSet/>
      <dgm:spPr/>
      <dgm:t>
        <a:bodyPr/>
        <a:lstStyle/>
        <a:p>
          <a:endParaRPr lang="en-US"/>
        </a:p>
      </dgm:t>
    </dgm:pt>
    <dgm:pt modelId="{4DD4A093-F8CB-499C-9E7F-5C3D6D8D25B5}" type="pres">
      <dgm:prSet presAssocID="{62941F6F-DBDA-4CBA-99B7-FB135CB4C7D6}" presName="root" presStyleCnt="0">
        <dgm:presLayoutVars>
          <dgm:dir/>
          <dgm:resizeHandles val="exact"/>
        </dgm:presLayoutVars>
      </dgm:prSet>
      <dgm:spPr/>
    </dgm:pt>
    <dgm:pt modelId="{129F6610-E4B3-4DBC-A71C-1AD7A04E20BD}" type="pres">
      <dgm:prSet presAssocID="{39BD9FE9-9C0F-45F4-9890-6E223E41F8EC}" presName="compNode" presStyleCnt="0"/>
      <dgm:spPr/>
    </dgm:pt>
    <dgm:pt modelId="{CE8D932D-2043-4A37-AD6A-F99848840F5C}" type="pres">
      <dgm:prSet presAssocID="{39BD9FE9-9C0F-45F4-9890-6E223E41F8EC}" presName="iconRect" presStyleLbl="node1" presStyleIdx="0" presStyleCnt="2" custScaleX="138010" custScaleY="73506" custLinFactNeighborX="73757"/>
      <dgm:spPr>
        <a:blipFill>
          <a:blip xmlns:r="http://schemas.openxmlformats.org/officeDocument/2006/relationships" r:embed="rId1">
            <a:extLst>
              <a:ext uri="{28A0092B-C50C-407E-A947-70E740481C1C}">
                <a14:useLocalDpi xmlns:a14="http://schemas.microsoft.com/office/drawing/2010/main" val="0"/>
              </a:ext>
            </a:extLst>
          </a:blip>
          <a:srcRect/>
          <a:stretch>
            <a:fillRect t="-78000" b="-78000"/>
          </a:stretch>
        </a:blipFill>
        <a:ln>
          <a:noFill/>
        </a:ln>
      </dgm:spPr>
      <dgm:extLst/>
    </dgm:pt>
    <dgm:pt modelId="{846456BD-62C0-46E2-BF11-4A8AE8747CD9}" type="pres">
      <dgm:prSet presAssocID="{39BD9FE9-9C0F-45F4-9890-6E223E41F8EC}" presName="iconSpace" presStyleCnt="0"/>
      <dgm:spPr/>
    </dgm:pt>
    <dgm:pt modelId="{D28817D8-EADF-475B-ACD5-633DCB0A9204}" type="pres">
      <dgm:prSet presAssocID="{39BD9FE9-9C0F-45F4-9890-6E223E41F8EC}" presName="parTx" presStyleLbl="revTx" presStyleIdx="0" presStyleCnt="4">
        <dgm:presLayoutVars>
          <dgm:chMax val="0"/>
          <dgm:chPref val="0"/>
        </dgm:presLayoutVars>
      </dgm:prSet>
      <dgm:spPr/>
    </dgm:pt>
    <dgm:pt modelId="{4513C038-4DB4-432C-98D0-3E99713B72E4}" type="pres">
      <dgm:prSet presAssocID="{39BD9FE9-9C0F-45F4-9890-6E223E41F8EC}" presName="txSpace" presStyleCnt="0"/>
      <dgm:spPr/>
    </dgm:pt>
    <dgm:pt modelId="{C083B104-1387-4AF9-B07B-F6F492AAD00E}" type="pres">
      <dgm:prSet presAssocID="{39BD9FE9-9C0F-45F4-9890-6E223E41F8EC}" presName="desTx" presStyleLbl="revTx" presStyleIdx="1" presStyleCnt="4">
        <dgm:presLayoutVars/>
      </dgm:prSet>
      <dgm:spPr/>
    </dgm:pt>
    <dgm:pt modelId="{16407CB5-4593-4DAB-8792-7B3014149A1C}" type="pres">
      <dgm:prSet presAssocID="{3B87879A-2A43-48F2-BD30-1645D5C0A9C1}" presName="sibTrans" presStyleCnt="0"/>
      <dgm:spPr/>
    </dgm:pt>
    <dgm:pt modelId="{400AA6C8-B495-414E-84AC-E9AEA4BD13DE}" type="pres">
      <dgm:prSet presAssocID="{74BC40BC-9247-4C92-AA8D-0371D4236E46}" presName="compNode" presStyleCnt="0"/>
      <dgm:spPr/>
    </dgm:pt>
    <dgm:pt modelId="{4DCCBE5F-31AC-4F68-8D33-27C1C1500AC8}" type="pres">
      <dgm:prSet presAssocID="{74BC40BC-9247-4C92-AA8D-0371D4236E46}" presName="iconRect" presStyleLbl="node1" presStyleIdx="1" presStyleCnt="2" custLinFactNeighborX="81807" custLinFactNeighborY="-12171"/>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F54479C2-421B-4004-B72C-688B6FA2AC90}" type="pres">
      <dgm:prSet presAssocID="{74BC40BC-9247-4C92-AA8D-0371D4236E46}" presName="iconSpace" presStyleCnt="0"/>
      <dgm:spPr/>
    </dgm:pt>
    <dgm:pt modelId="{89555236-B6F8-48A9-AE53-24449AAC0F85}" type="pres">
      <dgm:prSet presAssocID="{74BC40BC-9247-4C92-AA8D-0371D4236E46}" presName="parTx" presStyleLbl="revTx" presStyleIdx="2" presStyleCnt="4" custLinFactNeighborY="-12048">
        <dgm:presLayoutVars>
          <dgm:chMax val="0"/>
          <dgm:chPref val="0"/>
        </dgm:presLayoutVars>
      </dgm:prSet>
      <dgm:spPr/>
    </dgm:pt>
    <dgm:pt modelId="{C86FD2A8-F5A1-4BB5-A3BF-77DA83D946D4}" type="pres">
      <dgm:prSet presAssocID="{74BC40BC-9247-4C92-AA8D-0371D4236E46}" presName="txSpace" presStyleCnt="0"/>
      <dgm:spPr/>
    </dgm:pt>
    <dgm:pt modelId="{77672433-6B30-43A1-A42C-ABE1BC768D07}" type="pres">
      <dgm:prSet presAssocID="{74BC40BC-9247-4C92-AA8D-0371D4236E46}" presName="desTx" presStyleLbl="revTx" presStyleIdx="3" presStyleCnt="4" custLinFactNeighborY="-5289">
        <dgm:presLayoutVars/>
      </dgm:prSet>
      <dgm:spPr/>
    </dgm:pt>
  </dgm:ptLst>
  <dgm:cxnLst>
    <dgm:cxn modelId="{63DEC305-29B1-4358-A61B-8BE99D05E90B}" type="presOf" srcId="{6D928A95-CC55-4E20-9044-55463515BE91}" destId="{C083B104-1387-4AF9-B07B-F6F492AAD00E}" srcOrd="0" destOrd="1" presId="urn:microsoft.com/office/officeart/2018/2/layout/IconLabelDescriptionList"/>
    <dgm:cxn modelId="{F44B6013-A7A1-49D3-8181-F8CB20A15698}" srcId="{39BD9FE9-9C0F-45F4-9890-6E223E41F8EC}" destId="{54168DBD-3B7A-49B4-89A9-9BA3DFFCD765}" srcOrd="0" destOrd="0" parTransId="{FA07E497-196C-47D7-90D4-5253B743767F}" sibTransId="{294EBD91-22CC-4229-89A0-F8365399E0FC}"/>
    <dgm:cxn modelId="{E1524418-2774-4A10-88AF-7E9EDA869D9B}" srcId="{62941F6F-DBDA-4CBA-99B7-FB135CB4C7D6}" destId="{74BC40BC-9247-4C92-AA8D-0371D4236E46}" srcOrd="1" destOrd="0" parTransId="{613FA2F9-BAC6-4815-B91B-18E45FE6DEEF}" sibTransId="{0FE8E214-0074-41DC-8CD9-7CE08210B74A}"/>
    <dgm:cxn modelId="{BA109E65-1A08-442A-92CB-3B0F1307EA18}" type="presOf" srcId="{62941F6F-DBDA-4CBA-99B7-FB135CB4C7D6}" destId="{4DD4A093-F8CB-499C-9E7F-5C3D6D8D25B5}" srcOrd="0" destOrd="0" presId="urn:microsoft.com/office/officeart/2018/2/layout/IconLabelDescriptionList"/>
    <dgm:cxn modelId="{8A6DEF47-5D75-41ED-AE51-AE88CF10797A}" type="presOf" srcId="{54168DBD-3B7A-49B4-89A9-9BA3DFFCD765}" destId="{C083B104-1387-4AF9-B07B-F6F492AAD00E}" srcOrd="0" destOrd="0" presId="urn:microsoft.com/office/officeart/2018/2/layout/IconLabelDescriptionList"/>
    <dgm:cxn modelId="{EF6CBB4D-2BF0-472A-BA76-75CE582BC7F7}" type="presOf" srcId="{39BD9FE9-9C0F-45F4-9890-6E223E41F8EC}" destId="{D28817D8-EADF-475B-ACD5-633DCB0A9204}" srcOrd="0" destOrd="0" presId="urn:microsoft.com/office/officeart/2018/2/layout/IconLabelDescriptionList"/>
    <dgm:cxn modelId="{98434DBF-0754-4F9A-B427-C23BE9B24784}" type="presOf" srcId="{EB56E712-7F2B-4B88-8042-E34D1A60B975}" destId="{77672433-6B30-43A1-A42C-ABE1BC768D07}" srcOrd="0" destOrd="1" presId="urn:microsoft.com/office/officeart/2018/2/layout/IconLabelDescriptionList"/>
    <dgm:cxn modelId="{02CDE1BF-22B8-4530-A1C4-C08806E33745}" srcId="{39BD9FE9-9C0F-45F4-9890-6E223E41F8EC}" destId="{6D928A95-CC55-4E20-9044-55463515BE91}" srcOrd="1" destOrd="0" parTransId="{796BCA14-C9BD-4078-967B-B1352BCD7304}" sibTransId="{F84F81B3-67F6-49A7-A9CC-3322D9E63BAF}"/>
    <dgm:cxn modelId="{837EC2C6-8DD0-4875-A662-26F6869AD022}" srcId="{74BC40BC-9247-4C92-AA8D-0371D4236E46}" destId="{EB56E712-7F2B-4B88-8042-E34D1A60B975}" srcOrd="1" destOrd="0" parTransId="{7607C097-EAC2-46F4-9964-F85B216BD40E}" sibTransId="{DBF42EF9-CEB5-4159-917F-DB4D976457C0}"/>
    <dgm:cxn modelId="{5D0024D9-B7D5-4049-93B4-E81737A04E8C}" type="presOf" srcId="{0FF5618C-7DC6-445B-A84D-010A1281E44F}" destId="{77672433-6B30-43A1-A42C-ABE1BC768D07}" srcOrd="0" destOrd="0" presId="urn:microsoft.com/office/officeart/2018/2/layout/IconLabelDescriptionList"/>
    <dgm:cxn modelId="{0F4B87DA-0504-4EFD-9EDD-6C5D82F14C02}" type="presOf" srcId="{74BC40BC-9247-4C92-AA8D-0371D4236E46}" destId="{89555236-B6F8-48A9-AE53-24449AAC0F85}" srcOrd="0" destOrd="0" presId="urn:microsoft.com/office/officeart/2018/2/layout/IconLabelDescriptionList"/>
    <dgm:cxn modelId="{F74958E3-F929-4255-B9F3-5116BDFDC3FC}" srcId="{62941F6F-DBDA-4CBA-99B7-FB135CB4C7D6}" destId="{39BD9FE9-9C0F-45F4-9890-6E223E41F8EC}" srcOrd="0" destOrd="0" parTransId="{F0C32066-68B7-4F9A-9E01-F4017E533D39}" sibTransId="{3B87879A-2A43-48F2-BD30-1645D5C0A9C1}"/>
    <dgm:cxn modelId="{BDE191E9-971C-4C7A-9CB6-545D25C32AB8}" srcId="{74BC40BC-9247-4C92-AA8D-0371D4236E46}" destId="{0FF5618C-7DC6-445B-A84D-010A1281E44F}" srcOrd="0" destOrd="0" parTransId="{2EB0DBA8-8549-4F45-AFD7-2EF12E5BDAC7}" sibTransId="{8143F62F-3970-432D-A7C4-FB988C9EA541}"/>
    <dgm:cxn modelId="{D45950A4-1DD3-410A-9E45-89075F444CE0}" type="presParOf" srcId="{4DD4A093-F8CB-499C-9E7F-5C3D6D8D25B5}" destId="{129F6610-E4B3-4DBC-A71C-1AD7A04E20BD}" srcOrd="0" destOrd="0" presId="urn:microsoft.com/office/officeart/2018/2/layout/IconLabelDescriptionList"/>
    <dgm:cxn modelId="{5C0C4394-8FD5-4F0E-A906-816B326A1E9A}" type="presParOf" srcId="{129F6610-E4B3-4DBC-A71C-1AD7A04E20BD}" destId="{CE8D932D-2043-4A37-AD6A-F99848840F5C}" srcOrd="0" destOrd="0" presId="urn:microsoft.com/office/officeart/2018/2/layout/IconLabelDescriptionList"/>
    <dgm:cxn modelId="{D1BE46BF-11C5-464F-A3D9-AB0F1E8D5EB0}" type="presParOf" srcId="{129F6610-E4B3-4DBC-A71C-1AD7A04E20BD}" destId="{846456BD-62C0-46E2-BF11-4A8AE8747CD9}" srcOrd="1" destOrd="0" presId="urn:microsoft.com/office/officeart/2018/2/layout/IconLabelDescriptionList"/>
    <dgm:cxn modelId="{26D62D42-183B-4590-8A8B-F0C13B968010}" type="presParOf" srcId="{129F6610-E4B3-4DBC-A71C-1AD7A04E20BD}" destId="{D28817D8-EADF-475B-ACD5-633DCB0A9204}" srcOrd="2" destOrd="0" presId="urn:microsoft.com/office/officeart/2018/2/layout/IconLabelDescriptionList"/>
    <dgm:cxn modelId="{6CACB000-6F0F-4717-8777-A4370E929D7F}" type="presParOf" srcId="{129F6610-E4B3-4DBC-A71C-1AD7A04E20BD}" destId="{4513C038-4DB4-432C-98D0-3E99713B72E4}" srcOrd="3" destOrd="0" presId="urn:microsoft.com/office/officeart/2018/2/layout/IconLabelDescriptionList"/>
    <dgm:cxn modelId="{96373025-43E0-450E-9990-C431D5BA7F33}" type="presParOf" srcId="{129F6610-E4B3-4DBC-A71C-1AD7A04E20BD}" destId="{C083B104-1387-4AF9-B07B-F6F492AAD00E}" srcOrd="4" destOrd="0" presId="urn:microsoft.com/office/officeart/2018/2/layout/IconLabelDescriptionList"/>
    <dgm:cxn modelId="{BC33A836-30B1-4A13-AE0C-368ECD3E54BB}" type="presParOf" srcId="{4DD4A093-F8CB-499C-9E7F-5C3D6D8D25B5}" destId="{16407CB5-4593-4DAB-8792-7B3014149A1C}" srcOrd="1" destOrd="0" presId="urn:microsoft.com/office/officeart/2018/2/layout/IconLabelDescriptionList"/>
    <dgm:cxn modelId="{B99B7142-373E-4CD8-8520-85630B8A38DC}" type="presParOf" srcId="{4DD4A093-F8CB-499C-9E7F-5C3D6D8D25B5}" destId="{400AA6C8-B495-414E-84AC-E9AEA4BD13DE}" srcOrd="2" destOrd="0" presId="urn:microsoft.com/office/officeart/2018/2/layout/IconLabelDescriptionList"/>
    <dgm:cxn modelId="{53058D31-F28E-4990-8337-1F2BE8A892DE}" type="presParOf" srcId="{400AA6C8-B495-414E-84AC-E9AEA4BD13DE}" destId="{4DCCBE5F-31AC-4F68-8D33-27C1C1500AC8}" srcOrd="0" destOrd="0" presId="urn:microsoft.com/office/officeart/2018/2/layout/IconLabelDescriptionList"/>
    <dgm:cxn modelId="{F26CC038-DDC3-491E-BF83-C56B82EE98B3}" type="presParOf" srcId="{400AA6C8-B495-414E-84AC-E9AEA4BD13DE}" destId="{F54479C2-421B-4004-B72C-688B6FA2AC90}" srcOrd="1" destOrd="0" presId="urn:microsoft.com/office/officeart/2018/2/layout/IconLabelDescriptionList"/>
    <dgm:cxn modelId="{E68D186F-3860-4CB5-B3B4-3FB683B3B4EE}" type="presParOf" srcId="{400AA6C8-B495-414E-84AC-E9AEA4BD13DE}" destId="{89555236-B6F8-48A9-AE53-24449AAC0F85}" srcOrd="2" destOrd="0" presId="urn:microsoft.com/office/officeart/2018/2/layout/IconLabelDescriptionList"/>
    <dgm:cxn modelId="{82A81C76-E2D6-48AC-9D7C-3B239F364FB6}" type="presParOf" srcId="{400AA6C8-B495-414E-84AC-E9AEA4BD13DE}" destId="{C86FD2A8-F5A1-4BB5-A3BF-77DA83D946D4}" srcOrd="3" destOrd="0" presId="urn:microsoft.com/office/officeart/2018/2/layout/IconLabelDescriptionList"/>
    <dgm:cxn modelId="{1EBE2668-28C8-4379-9B24-9E92840E42F8}" type="presParOf" srcId="{400AA6C8-B495-414E-84AC-E9AEA4BD13DE}" destId="{77672433-6B30-43A1-A42C-ABE1BC768D07}"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B9D93DD-B67A-41E3-977D-BF7E62EE73B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4651B5E-408D-4302-ACFB-09F98633C2EE}">
      <dgm:prSet/>
      <dgm:spPr/>
      <dgm:t>
        <a:bodyPr/>
        <a:lstStyle/>
        <a:p>
          <a:pPr>
            <a:lnSpc>
              <a:spcPct val="100000"/>
            </a:lnSpc>
            <a:defRPr cap="all"/>
          </a:pPr>
          <a:r>
            <a:rPr lang="en-US" dirty="0">
              <a:solidFill>
                <a:schemeClr val="bg1"/>
              </a:solidFill>
            </a:rPr>
            <a:t>Risky Websites</a:t>
          </a:r>
        </a:p>
      </dgm:t>
    </dgm:pt>
    <dgm:pt modelId="{6C11E80D-4723-4825-89D1-6E2B86AA0185}" type="parTrans" cxnId="{3F45A8EB-06AE-475E-9359-2AF1B383106C}">
      <dgm:prSet/>
      <dgm:spPr/>
      <dgm:t>
        <a:bodyPr/>
        <a:lstStyle/>
        <a:p>
          <a:endParaRPr lang="en-US"/>
        </a:p>
      </dgm:t>
    </dgm:pt>
    <dgm:pt modelId="{FBB1A0F4-E747-4E71-A28B-CA251A1513F6}" type="sibTrans" cxnId="{3F45A8EB-06AE-475E-9359-2AF1B383106C}">
      <dgm:prSet/>
      <dgm:spPr/>
      <dgm:t>
        <a:bodyPr/>
        <a:lstStyle/>
        <a:p>
          <a:pPr>
            <a:lnSpc>
              <a:spcPct val="100000"/>
            </a:lnSpc>
          </a:pPr>
          <a:endParaRPr lang="en-US"/>
        </a:p>
      </dgm:t>
    </dgm:pt>
    <dgm:pt modelId="{0EC43A41-AB04-4E01-A1E7-D4963420EC86}">
      <dgm:prSet/>
      <dgm:spPr/>
      <dgm:t>
        <a:bodyPr/>
        <a:lstStyle/>
        <a:p>
          <a:pPr>
            <a:lnSpc>
              <a:spcPct val="100000"/>
            </a:lnSpc>
            <a:defRPr cap="all"/>
          </a:pPr>
          <a:r>
            <a:rPr lang="en-US" dirty="0">
              <a:solidFill>
                <a:schemeClr val="bg1"/>
              </a:solidFill>
            </a:rPr>
            <a:t>Pay Attention to HTTPS</a:t>
          </a:r>
        </a:p>
      </dgm:t>
    </dgm:pt>
    <dgm:pt modelId="{13F968F7-EBD5-4D5B-8F4A-39441D7FCCED}" type="parTrans" cxnId="{82ADA1AD-14FC-4A83-B003-99382602C46E}">
      <dgm:prSet/>
      <dgm:spPr/>
      <dgm:t>
        <a:bodyPr/>
        <a:lstStyle/>
        <a:p>
          <a:endParaRPr lang="en-US"/>
        </a:p>
      </dgm:t>
    </dgm:pt>
    <dgm:pt modelId="{15E37072-7E3A-4E8D-AECC-5A4BC37A3A7A}" type="sibTrans" cxnId="{82ADA1AD-14FC-4A83-B003-99382602C46E}">
      <dgm:prSet/>
      <dgm:spPr/>
      <dgm:t>
        <a:bodyPr/>
        <a:lstStyle/>
        <a:p>
          <a:pPr>
            <a:lnSpc>
              <a:spcPct val="100000"/>
            </a:lnSpc>
          </a:pPr>
          <a:endParaRPr lang="en-US"/>
        </a:p>
      </dgm:t>
    </dgm:pt>
    <dgm:pt modelId="{A9956303-DFFA-4350-9826-301D31520793}">
      <dgm:prSet/>
      <dgm:spPr/>
      <dgm:t>
        <a:bodyPr/>
        <a:lstStyle/>
        <a:p>
          <a:pPr>
            <a:lnSpc>
              <a:spcPct val="100000"/>
            </a:lnSpc>
            <a:defRPr cap="all"/>
          </a:pPr>
          <a:r>
            <a:rPr lang="en-US" dirty="0">
              <a:solidFill>
                <a:schemeClr val="bg1"/>
              </a:solidFill>
            </a:rPr>
            <a:t>Identify Browser Based Hoaxes</a:t>
          </a:r>
        </a:p>
      </dgm:t>
    </dgm:pt>
    <dgm:pt modelId="{7E85BC86-E73C-49AC-9E60-4E69D0B566F2}" type="parTrans" cxnId="{EA83BF00-5528-4AD0-985F-941172E74443}">
      <dgm:prSet/>
      <dgm:spPr/>
      <dgm:t>
        <a:bodyPr/>
        <a:lstStyle/>
        <a:p>
          <a:endParaRPr lang="en-US"/>
        </a:p>
      </dgm:t>
    </dgm:pt>
    <dgm:pt modelId="{BB73CF90-7D5E-4362-8D38-B5AB70294EFC}" type="sibTrans" cxnId="{EA83BF00-5528-4AD0-985F-941172E74443}">
      <dgm:prSet/>
      <dgm:spPr/>
      <dgm:t>
        <a:bodyPr/>
        <a:lstStyle/>
        <a:p>
          <a:pPr>
            <a:lnSpc>
              <a:spcPct val="100000"/>
            </a:lnSpc>
          </a:pPr>
          <a:endParaRPr lang="en-US"/>
        </a:p>
      </dgm:t>
    </dgm:pt>
    <dgm:pt modelId="{1066FC58-D829-49A0-BC04-058C121C407C}">
      <dgm:prSet/>
      <dgm:spPr/>
      <dgm:t>
        <a:bodyPr/>
        <a:lstStyle/>
        <a:p>
          <a:pPr>
            <a:lnSpc>
              <a:spcPct val="100000"/>
            </a:lnSpc>
            <a:defRPr cap="all"/>
          </a:pPr>
          <a:r>
            <a:rPr lang="en-US" dirty="0">
              <a:solidFill>
                <a:schemeClr val="bg1"/>
              </a:solidFill>
            </a:rPr>
            <a:t>Spotting Fake Web Addresses</a:t>
          </a:r>
        </a:p>
      </dgm:t>
    </dgm:pt>
    <dgm:pt modelId="{BD55ACD6-ED70-441F-A1AD-322BE4693913}" type="parTrans" cxnId="{0AB1BF86-DBCA-4D1B-B1A4-77693A725BFD}">
      <dgm:prSet/>
      <dgm:spPr/>
      <dgm:t>
        <a:bodyPr/>
        <a:lstStyle/>
        <a:p>
          <a:endParaRPr lang="en-US"/>
        </a:p>
      </dgm:t>
    </dgm:pt>
    <dgm:pt modelId="{0C87DC41-0B6A-44AE-887B-9CDAFD12D5AD}" type="sibTrans" cxnId="{0AB1BF86-DBCA-4D1B-B1A4-77693A725BFD}">
      <dgm:prSet/>
      <dgm:spPr/>
      <dgm:t>
        <a:bodyPr/>
        <a:lstStyle/>
        <a:p>
          <a:endParaRPr lang="en-US"/>
        </a:p>
      </dgm:t>
    </dgm:pt>
    <dgm:pt modelId="{9B827D4E-849F-4F64-8D5B-5461662A7CAF}" type="pres">
      <dgm:prSet presAssocID="{AB9D93DD-B67A-41E3-977D-BF7E62EE73BB}" presName="root" presStyleCnt="0">
        <dgm:presLayoutVars>
          <dgm:dir/>
          <dgm:resizeHandles val="exact"/>
        </dgm:presLayoutVars>
      </dgm:prSet>
      <dgm:spPr/>
    </dgm:pt>
    <dgm:pt modelId="{F50CF560-EF5E-4405-A83B-07B0D9B3E289}" type="pres">
      <dgm:prSet presAssocID="{64651B5E-408D-4302-ACFB-09F98633C2EE}" presName="compNode" presStyleCnt="0"/>
      <dgm:spPr/>
    </dgm:pt>
    <dgm:pt modelId="{0924ED3F-0837-472D-9699-EC0038D3D701}" type="pres">
      <dgm:prSet presAssocID="{64651B5E-408D-4302-ACFB-09F98633C2EE}" presName="iconBgRect" presStyleLbl="bgShp" presStyleIdx="0" presStyleCnt="4"/>
      <dgm:spPr/>
    </dgm:pt>
    <dgm:pt modelId="{2178945E-BC7B-4009-B6ED-7C79FE759F00}" type="pres">
      <dgm:prSet presAssocID="{64651B5E-408D-4302-ACFB-09F98633C2EE}"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anger"/>
        </a:ext>
      </dgm:extLst>
    </dgm:pt>
    <dgm:pt modelId="{B4FB5D10-B0C3-4406-B62C-B55A798B82FB}" type="pres">
      <dgm:prSet presAssocID="{64651B5E-408D-4302-ACFB-09F98633C2EE}" presName="spaceRect" presStyleCnt="0"/>
      <dgm:spPr/>
    </dgm:pt>
    <dgm:pt modelId="{D49B4A8B-3E31-481D-8164-8D6D7A7C585F}" type="pres">
      <dgm:prSet presAssocID="{64651B5E-408D-4302-ACFB-09F98633C2EE}" presName="textRect" presStyleLbl="revTx" presStyleIdx="0" presStyleCnt="4">
        <dgm:presLayoutVars>
          <dgm:chMax val="1"/>
          <dgm:chPref val="1"/>
        </dgm:presLayoutVars>
      </dgm:prSet>
      <dgm:spPr/>
    </dgm:pt>
    <dgm:pt modelId="{E2C5E8C9-8B11-43F5-AC74-3EF25FAFF5C8}" type="pres">
      <dgm:prSet presAssocID="{FBB1A0F4-E747-4E71-A28B-CA251A1513F6}" presName="sibTrans" presStyleCnt="0"/>
      <dgm:spPr/>
    </dgm:pt>
    <dgm:pt modelId="{328C0FFF-2394-4DCF-91B1-2729C80AF0F0}" type="pres">
      <dgm:prSet presAssocID="{0EC43A41-AB04-4E01-A1E7-D4963420EC86}" presName="compNode" presStyleCnt="0"/>
      <dgm:spPr/>
    </dgm:pt>
    <dgm:pt modelId="{6958C43F-6BB5-474E-84B0-FDD02033D787}" type="pres">
      <dgm:prSet presAssocID="{0EC43A41-AB04-4E01-A1E7-D4963420EC86}" presName="iconBgRect" presStyleLbl="bgShp" presStyleIdx="1" presStyleCnt="4"/>
      <dgm:spPr/>
    </dgm:pt>
    <dgm:pt modelId="{257F6128-DAD2-4291-A798-A54DEFBC925A}" type="pres">
      <dgm:prSet presAssocID="{0EC43A41-AB04-4E01-A1E7-D4963420EC86}"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ock"/>
        </a:ext>
      </dgm:extLst>
    </dgm:pt>
    <dgm:pt modelId="{1FE8D941-2EAE-4CF8-9B58-F9765DEC10CB}" type="pres">
      <dgm:prSet presAssocID="{0EC43A41-AB04-4E01-A1E7-D4963420EC86}" presName="spaceRect" presStyleCnt="0"/>
      <dgm:spPr/>
    </dgm:pt>
    <dgm:pt modelId="{A67818EF-AC67-4E23-A28B-A1D08E636B24}" type="pres">
      <dgm:prSet presAssocID="{0EC43A41-AB04-4E01-A1E7-D4963420EC86}" presName="textRect" presStyleLbl="revTx" presStyleIdx="1" presStyleCnt="4">
        <dgm:presLayoutVars>
          <dgm:chMax val="1"/>
          <dgm:chPref val="1"/>
        </dgm:presLayoutVars>
      </dgm:prSet>
      <dgm:spPr/>
    </dgm:pt>
    <dgm:pt modelId="{3DCEA5E7-35CE-4193-9F57-39C0CC2CEC0D}" type="pres">
      <dgm:prSet presAssocID="{15E37072-7E3A-4E8D-AECC-5A4BC37A3A7A}" presName="sibTrans" presStyleCnt="0"/>
      <dgm:spPr/>
    </dgm:pt>
    <dgm:pt modelId="{8B3CF0D1-9465-4F16-AA47-AE2B997A239C}" type="pres">
      <dgm:prSet presAssocID="{A9956303-DFFA-4350-9826-301D31520793}" presName="compNode" presStyleCnt="0"/>
      <dgm:spPr/>
    </dgm:pt>
    <dgm:pt modelId="{A5E20D78-833E-4C80-97F2-C1FCCA64EFD4}" type="pres">
      <dgm:prSet presAssocID="{A9956303-DFFA-4350-9826-301D31520793}" presName="iconBgRect" presStyleLbl="bgShp" presStyleIdx="2" presStyleCnt="4"/>
      <dgm:spPr/>
    </dgm:pt>
    <dgm:pt modelId="{81591EEA-0452-4784-AEB4-1958A94A21BC}" type="pres">
      <dgm:prSet presAssocID="{A9956303-DFFA-4350-9826-301D31520793}"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Warning"/>
        </a:ext>
      </dgm:extLst>
    </dgm:pt>
    <dgm:pt modelId="{2DBC204E-0AF3-439B-A0F1-B06A2A738947}" type="pres">
      <dgm:prSet presAssocID="{A9956303-DFFA-4350-9826-301D31520793}" presName="spaceRect" presStyleCnt="0"/>
      <dgm:spPr/>
    </dgm:pt>
    <dgm:pt modelId="{B870CF05-F70B-467B-B70A-AF92CA88AB24}" type="pres">
      <dgm:prSet presAssocID="{A9956303-DFFA-4350-9826-301D31520793}" presName="textRect" presStyleLbl="revTx" presStyleIdx="2" presStyleCnt="4">
        <dgm:presLayoutVars>
          <dgm:chMax val="1"/>
          <dgm:chPref val="1"/>
        </dgm:presLayoutVars>
      </dgm:prSet>
      <dgm:spPr/>
    </dgm:pt>
    <dgm:pt modelId="{4D201AC9-DD43-4651-9300-492619C5CF60}" type="pres">
      <dgm:prSet presAssocID="{BB73CF90-7D5E-4362-8D38-B5AB70294EFC}" presName="sibTrans" presStyleCnt="0"/>
      <dgm:spPr/>
    </dgm:pt>
    <dgm:pt modelId="{4478FF4B-B8AA-4330-AD1B-C492A4885DB9}" type="pres">
      <dgm:prSet presAssocID="{1066FC58-D829-49A0-BC04-058C121C407C}" presName="compNode" presStyleCnt="0"/>
      <dgm:spPr/>
    </dgm:pt>
    <dgm:pt modelId="{36B15107-A9B3-4B19-852D-A81DAED135E2}" type="pres">
      <dgm:prSet presAssocID="{1066FC58-D829-49A0-BC04-058C121C407C}" presName="iconBgRect" presStyleLbl="bgShp" presStyleIdx="3" presStyleCnt="4"/>
      <dgm:spPr/>
    </dgm:pt>
    <dgm:pt modelId="{1C84FC5B-4C43-4D9D-87B2-75DB117E76E8}" type="pres">
      <dgm:prSet presAssocID="{1066FC58-D829-49A0-BC04-058C121C407C}"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99C77F5D-194E-490D-AB81-5FAD9BF19D0C}" type="pres">
      <dgm:prSet presAssocID="{1066FC58-D829-49A0-BC04-058C121C407C}" presName="spaceRect" presStyleCnt="0"/>
      <dgm:spPr/>
    </dgm:pt>
    <dgm:pt modelId="{1674C693-687A-4D45-94D9-41338635AFAF}" type="pres">
      <dgm:prSet presAssocID="{1066FC58-D829-49A0-BC04-058C121C407C}" presName="textRect" presStyleLbl="revTx" presStyleIdx="3" presStyleCnt="4">
        <dgm:presLayoutVars>
          <dgm:chMax val="1"/>
          <dgm:chPref val="1"/>
        </dgm:presLayoutVars>
      </dgm:prSet>
      <dgm:spPr/>
    </dgm:pt>
  </dgm:ptLst>
  <dgm:cxnLst>
    <dgm:cxn modelId="{EA83BF00-5528-4AD0-985F-941172E74443}" srcId="{AB9D93DD-B67A-41E3-977D-BF7E62EE73BB}" destId="{A9956303-DFFA-4350-9826-301D31520793}" srcOrd="2" destOrd="0" parTransId="{7E85BC86-E73C-49AC-9E60-4E69D0B566F2}" sibTransId="{BB73CF90-7D5E-4362-8D38-B5AB70294EFC}"/>
    <dgm:cxn modelId="{8E065E3C-6B9F-47EE-9470-1B7E4EF90690}" type="presOf" srcId="{64651B5E-408D-4302-ACFB-09F98633C2EE}" destId="{D49B4A8B-3E31-481D-8164-8D6D7A7C585F}" srcOrd="0" destOrd="0" presId="urn:microsoft.com/office/officeart/2018/5/layout/IconCircleLabelList"/>
    <dgm:cxn modelId="{94D13C77-B008-41A2-A8FF-C18053EE1556}" type="presOf" srcId="{AB9D93DD-B67A-41E3-977D-BF7E62EE73BB}" destId="{9B827D4E-849F-4F64-8D5B-5461662A7CAF}" srcOrd="0" destOrd="0" presId="urn:microsoft.com/office/officeart/2018/5/layout/IconCircleLabelList"/>
    <dgm:cxn modelId="{0281037F-A84D-4DE9-AB8F-6009BB9405B8}" type="presOf" srcId="{0EC43A41-AB04-4E01-A1E7-D4963420EC86}" destId="{A67818EF-AC67-4E23-A28B-A1D08E636B24}" srcOrd="0" destOrd="0" presId="urn:microsoft.com/office/officeart/2018/5/layout/IconCircleLabelList"/>
    <dgm:cxn modelId="{0AB1BF86-DBCA-4D1B-B1A4-77693A725BFD}" srcId="{AB9D93DD-B67A-41E3-977D-BF7E62EE73BB}" destId="{1066FC58-D829-49A0-BC04-058C121C407C}" srcOrd="3" destOrd="0" parTransId="{BD55ACD6-ED70-441F-A1AD-322BE4693913}" sibTransId="{0C87DC41-0B6A-44AE-887B-9CDAFD12D5AD}"/>
    <dgm:cxn modelId="{82ADA1AD-14FC-4A83-B003-99382602C46E}" srcId="{AB9D93DD-B67A-41E3-977D-BF7E62EE73BB}" destId="{0EC43A41-AB04-4E01-A1E7-D4963420EC86}" srcOrd="1" destOrd="0" parTransId="{13F968F7-EBD5-4D5B-8F4A-39441D7FCCED}" sibTransId="{15E37072-7E3A-4E8D-AECC-5A4BC37A3A7A}"/>
    <dgm:cxn modelId="{22500EB4-0FDF-427F-BD67-061585B84113}" type="presOf" srcId="{A9956303-DFFA-4350-9826-301D31520793}" destId="{B870CF05-F70B-467B-B70A-AF92CA88AB24}" srcOrd="0" destOrd="0" presId="urn:microsoft.com/office/officeart/2018/5/layout/IconCircleLabelList"/>
    <dgm:cxn modelId="{0F401ED8-6EFC-4591-8DD1-C6765A91A9E6}" type="presOf" srcId="{1066FC58-D829-49A0-BC04-058C121C407C}" destId="{1674C693-687A-4D45-94D9-41338635AFAF}" srcOrd="0" destOrd="0" presId="urn:microsoft.com/office/officeart/2018/5/layout/IconCircleLabelList"/>
    <dgm:cxn modelId="{3F45A8EB-06AE-475E-9359-2AF1B383106C}" srcId="{AB9D93DD-B67A-41E3-977D-BF7E62EE73BB}" destId="{64651B5E-408D-4302-ACFB-09F98633C2EE}" srcOrd="0" destOrd="0" parTransId="{6C11E80D-4723-4825-89D1-6E2B86AA0185}" sibTransId="{FBB1A0F4-E747-4E71-A28B-CA251A1513F6}"/>
    <dgm:cxn modelId="{E23BF190-CBEA-48E1-95BB-4C9EE4761A53}" type="presParOf" srcId="{9B827D4E-849F-4F64-8D5B-5461662A7CAF}" destId="{F50CF560-EF5E-4405-A83B-07B0D9B3E289}" srcOrd="0" destOrd="0" presId="urn:microsoft.com/office/officeart/2018/5/layout/IconCircleLabelList"/>
    <dgm:cxn modelId="{BCE9E506-BE78-4632-ACFD-4FD2D31EBEFE}" type="presParOf" srcId="{F50CF560-EF5E-4405-A83B-07B0D9B3E289}" destId="{0924ED3F-0837-472D-9699-EC0038D3D701}" srcOrd="0" destOrd="0" presId="urn:microsoft.com/office/officeart/2018/5/layout/IconCircleLabelList"/>
    <dgm:cxn modelId="{AD7C1EA7-425F-43E9-832C-337A6DA7DAB9}" type="presParOf" srcId="{F50CF560-EF5E-4405-A83B-07B0D9B3E289}" destId="{2178945E-BC7B-4009-B6ED-7C79FE759F00}" srcOrd="1" destOrd="0" presId="urn:microsoft.com/office/officeart/2018/5/layout/IconCircleLabelList"/>
    <dgm:cxn modelId="{D8C00B03-364F-4708-A312-1CA29E0A8AF7}" type="presParOf" srcId="{F50CF560-EF5E-4405-A83B-07B0D9B3E289}" destId="{B4FB5D10-B0C3-4406-B62C-B55A798B82FB}" srcOrd="2" destOrd="0" presId="urn:microsoft.com/office/officeart/2018/5/layout/IconCircleLabelList"/>
    <dgm:cxn modelId="{E7730EFD-45E1-47AC-BB9F-719CBCA5384D}" type="presParOf" srcId="{F50CF560-EF5E-4405-A83B-07B0D9B3E289}" destId="{D49B4A8B-3E31-481D-8164-8D6D7A7C585F}" srcOrd="3" destOrd="0" presId="urn:microsoft.com/office/officeart/2018/5/layout/IconCircleLabelList"/>
    <dgm:cxn modelId="{61E4545F-2F36-4364-9FB7-6CFBD83513B9}" type="presParOf" srcId="{9B827D4E-849F-4F64-8D5B-5461662A7CAF}" destId="{E2C5E8C9-8B11-43F5-AC74-3EF25FAFF5C8}" srcOrd="1" destOrd="0" presId="urn:microsoft.com/office/officeart/2018/5/layout/IconCircleLabelList"/>
    <dgm:cxn modelId="{9E4BD2D1-1F6B-4642-8B53-E4933C2A832B}" type="presParOf" srcId="{9B827D4E-849F-4F64-8D5B-5461662A7CAF}" destId="{328C0FFF-2394-4DCF-91B1-2729C80AF0F0}" srcOrd="2" destOrd="0" presId="urn:microsoft.com/office/officeart/2018/5/layout/IconCircleLabelList"/>
    <dgm:cxn modelId="{75AEFB08-4239-4088-820B-1FB8B15C009B}" type="presParOf" srcId="{328C0FFF-2394-4DCF-91B1-2729C80AF0F0}" destId="{6958C43F-6BB5-474E-84B0-FDD02033D787}" srcOrd="0" destOrd="0" presId="urn:microsoft.com/office/officeart/2018/5/layout/IconCircleLabelList"/>
    <dgm:cxn modelId="{E2DFED4B-125A-400B-BAFE-6850F65C4883}" type="presParOf" srcId="{328C0FFF-2394-4DCF-91B1-2729C80AF0F0}" destId="{257F6128-DAD2-4291-A798-A54DEFBC925A}" srcOrd="1" destOrd="0" presId="urn:microsoft.com/office/officeart/2018/5/layout/IconCircleLabelList"/>
    <dgm:cxn modelId="{61331532-4D71-4E1E-9A42-1E483025A745}" type="presParOf" srcId="{328C0FFF-2394-4DCF-91B1-2729C80AF0F0}" destId="{1FE8D941-2EAE-4CF8-9B58-F9765DEC10CB}" srcOrd="2" destOrd="0" presId="urn:microsoft.com/office/officeart/2018/5/layout/IconCircleLabelList"/>
    <dgm:cxn modelId="{C42A2583-5DE4-4CE1-8E31-8EA4F570CC2B}" type="presParOf" srcId="{328C0FFF-2394-4DCF-91B1-2729C80AF0F0}" destId="{A67818EF-AC67-4E23-A28B-A1D08E636B24}" srcOrd="3" destOrd="0" presId="urn:microsoft.com/office/officeart/2018/5/layout/IconCircleLabelList"/>
    <dgm:cxn modelId="{DEF34160-DF4C-452D-81F9-5223108A4A5E}" type="presParOf" srcId="{9B827D4E-849F-4F64-8D5B-5461662A7CAF}" destId="{3DCEA5E7-35CE-4193-9F57-39C0CC2CEC0D}" srcOrd="3" destOrd="0" presId="urn:microsoft.com/office/officeart/2018/5/layout/IconCircleLabelList"/>
    <dgm:cxn modelId="{15C35858-AC03-446F-BD1B-03CFCC32C166}" type="presParOf" srcId="{9B827D4E-849F-4F64-8D5B-5461662A7CAF}" destId="{8B3CF0D1-9465-4F16-AA47-AE2B997A239C}" srcOrd="4" destOrd="0" presId="urn:microsoft.com/office/officeart/2018/5/layout/IconCircleLabelList"/>
    <dgm:cxn modelId="{139904D3-CCEE-4CEA-8260-AAB40692A108}" type="presParOf" srcId="{8B3CF0D1-9465-4F16-AA47-AE2B997A239C}" destId="{A5E20D78-833E-4C80-97F2-C1FCCA64EFD4}" srcOrd="0" destOrd="0" presId="urn:microsoft.com/office/officeart/2018/5/layout/IconCircleLabelList"/>
    <dgm:cxn modelId="{C32E54A1-5D41-4695-8D22-4613F4CFA811}" type="presParOf" srcId="{8B3CF0D1-9465-4F16-AA47-AE2B997A239C}" destId="{81591EEA-0452-4784-AEB4-1958A94A21BC}" srcOrd="1" destOrd="0" presId="urn:microsoft.com/office/officeart/2018/5/layout/IconCircleLabelList"/>
    <dgm:cxn modelId="{B9818ADA-5A8F-48A7-95D2-6FDCAF5B5D39}" type="presParOf" srcId="{8B3CF0D1-9465-4F16-AA47-AE2B997A239C}" destId="{2DBC204E-0AF3-439B-A0F1-B06A2A738947}" srcOrd="2" destOrd="0" presId="urn:microsoft.com/office/officeart/2018/5/layout/IconCircleLabelList"/>
    <dgm:cxn modelId="{8821BE98-962C-4671-BD71-AD17838526DE}" type="presParOf" srcId="{8B3CF0D1-9465-4F16-AA47-AE2B997A239C}" destId="{B870CF05-F70B-467B-B70A-AF92CA88AB24}" srcOrd="3" destOrd="0" presId="urn:microsoft.com/office/officeart/2018/5/layout/IconCircleLabelList"/>
    <dgm:cxn modelId="{37448B6C-7244-47DF-8160-9BE3D5E029B9}" type="presParOf" srcId="{9B827D4E-849F-4F64-8D5B-5461662A7CAF}" destId="{4D201AC9-DD43-4651-9300-492619C5CF60}" srcOrd="5" destOrd="0" presId="urn:microsoft.com/office/officeart/2018/5/layout/IconCircleLabelList"/>
    <dgm:cxn modelId="{532E8846-1D3C-416F-BA5D-40B287EE85DB}" type="presParOf" srcId="{9B827D4E-849F-4F64-8D5B-5461662A7CAF}" destId="{4478FF4B-B8AA-4330-AD1B-C492A4885DB9}" srcOrd="6" destOrd="0" presId="urn:microsoft.com/office/officeart/2018/5/layout/IconCircleLabelList"/>
    <dgm:cxn modelId="{FBCE2A6D-ABF8-42E4-8B7D-3568D7DEF1E0}" type="presParOf" srcId="{4478FF4B-B8AA-4330-AD1B-C492A4885DB9}" destId="{36B15107-A9B3-4B19-852D-A81DAED135E2}" srcOrd="0" destOrd="0" presId="urn:microsoft.com/office/officeart/2018/5/layout/IconCircleLabelList"/>
    <dgm:cxn modelId="{25F5AE7A-27D8-46EB-8E94-EDBCA2E3532A}" type="presParOf" srcId="{4478FF4B-B8AA-4330-AD1B-C492A4885DB9}" destId="{1C84FC5B-4C43-4D9D-87B2-75DB117E76E8}" srcOrd="1" destOrd="0" presId="urn:microsoft.com/office/officeart/2018/5/layout/IconCircleLabelList"/>
    <dgm:cxn modelId="{46DDAFBA-337A-439F-8130-DBDC1B0DA510}" type="presParOf" srcId="{4478FF4B-B8AA-4330-AD1B-C492A4885DB9}" destId="{99C77F5D-194E-490D-AB81-5FAD9BF19D0C}" srcOrd="2" destOrd="0" presId="urn:microsoft.com/office/officeart/2018/5/layout/IconCircleLabelList"/>
    <dgm:cxn modelId="{416443AA-FC8E-432E-96AB-04F87109B8EC}" type="presParOf" srcId="{4478FF4B-B8AA-4330-AD1B-C492A4885DB9}" destId="{1674C693-687A-4D45-94D9-41338635AFA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DE3202C-16E1-4CA9-92F0-26E7C222325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3384108-96CE-46BF-AE20-4B500D15C269}">
      <dgm:prSet/>
      <dgm:spPr/>
      <dgm:t>
        <a:bodyPr/>
        <a:lstStyle/>
        <a:p>
          <a:pPr>
            <a:lnSpc>
              <a:spcPct val="100000"/>
            </a:lnSpc>
          </a:pPr>
          <a:r>
            <a:rPr lang="en-US" dirty="0"/>
            <a:t>No Adult Content</a:t>
          </a:r>
        </a:p>
      </dgm:t>
    </dgm:pt>
    <dgm:pt modelId="{A6633FB1-554E-482B-B522-D5269FC7A457}" type="parTrans" cxnId="{61322978-0496-4422-ABAD-37223919D5DC}">
      <dgm:prSet/>
      <dgm:spPr/>
      <dgm:t>
        <a:bodyPr/>
        <a:lstStyle/>
        <a:p>
          <a:endParaRPr lang="en-US"/>
        </a:p>
      </dgm:t>
    </dgm:pt>
    <dgm:pt modelId="{FA616D02-2FDC-4921-948C-359B631C4716}" type="sibTrans" cxnId="{61322978-0496-4422-ABAD-37223919D5DC}">
      <dgm:prSet/>
      <dgm:spPr/>
      <dgm:t>
        <a:bodyPr/>
        <a:lstStyle/>
        <a:p>
          <a:endParaRPr lang="en-US"/>
        </a:p>
      </dgm:t>
    </dgm:pt>
    <dgm:pt modelId="{BDAFABDD-E5C2-452E-8E62-A13622742B02}">
      <dgm:prSet/>
      <dgm:spPr/>
      <dgm:t>
        <a:bodyPr/>
        <a:lstStyle/>
        <a:p>
          <a:pPr>
            <a:lnSpc>
              <a:spcPct val="100000"/>
            </a:lnSpc>
          </a:pPr>
          <a:r>
            <a:rPr lang="en-US" dirty="0"/>
            <a:t>No Software Piracy</a:t>
          </a:r>
        </a:p>
      </dgm:t>
    </dgm:pt>
    <dgm:pt modelId="{3E668808-741E-4B5B-BDC2-19DD48166BD9}" type="parTrans" cxnId="{F3BEF486-DFD6-4DB3-8426-76198969C968}">
      <dgm:prSet/>
      <dgm:spPr/>
      <dgm:t>
        <a:bodyPr/>
        <a:lstStyle/>
        <a:p>
          <a:endParaRPr lang="en-US"/>
        </a:p>
      </dgm:t>
    </dgm:pt>
    <dgm:pt modelId="{154E89F7-3A90-4E4B-B170-26FCA08AA707}" type="sibTrans" cxnId="{F3BEF486-DFD6-4DB3-8426-76198969C968}">
      <dgm:prSet/>
      <dgm:spPr/>
      <dgm:t>
        <a:bodyPr/>
        <a:lstStyle/>
        <a:p>
          <a:endParaRPr lang="en-US"/>
        </a:p>
      </dgm:t>
    </dgm:pt>
    <dgm:pt modelId="{92448D29-52CF-4AF5-8A21-A6B3900D920B}" type="pres">
      <dgm:prSet presAssocID="{2DE3202C-16E1-4CA9-92F0-26E7C2223255}" presName="root" presStyleCnt="0">
        <dgm:presLayoutVars>
          <dgm:dir/>
          <dgm:resizeHandles val="exact"/>
        </dgm:presLayoutVars>
      </dgm:prSet>
      <dgm:spPr/>
    </dgm:pt>
    <dgm:pt modelId="{2EC5CC54-44AC-463B-BB02-95F372CC9532}" type="pres">
      <dgm:prSet presAssocID="{F3384108-96CE-46BF-AE20-4B500D15C269}" presName="compNode" presStyleCnt="0"/>
      <dgm:spPr/>
    </dgm:pt>
    <dgm:pt modelId="{0E90A4DA-D386-4F43-B488-FE3A54A226E0}" type="pres">
      <dgm:prSet presAssocID="{F3384108-96CE-46BF-AE20-4B500D15C269}" presName="iconRect" presStyleLbl="node1" presStyleIdx="0" presStyleCnt="2" custLinFactNeighborX="-50756" custLinFactNeighborY="-3858"/>
      <dgm:spPr>
        <a:blipFill rotWithShape="1">
          <a:blip xmlns:r="http://schemas.openxmlformats.org/officeDocument/2006/relationships" r:embed="rId1"/>
          <a:srcRect/>
          <a:stretch>
            <a:fillRect/>
          </a:stretch>
        </a:blipFill>
      </dgm:spPr>
      <dgm:extLst/>
    </dgm:pt>
    <dgm:pt modelId="{F20F4417-3987-4727-8B74-BDB234278F3A}" type="pres">
      <dgm:prSet presAssocID="{F3384108-96CE-46BF-AE20-4B500D15C269}" presName="spaceRect" presStyleCnt="0"/>
      <dgm:spPr/>
    </dgm:pt>
    <dgm:pt modelId="{76BE61B5-B01D-447E-8154-3BBDB2EF8237}" type="pres">
      <dgm:prSet presAssocID="{F3384108-96CE-46BF-AE20-4B500D15C269}" presName="textRect" presStyleLbl="revTx" presStyleIdx="0" presStyleCnt="2" custScaleX="71624" custLinFactNeighborX="-15247" custLinFactNeighborY="-59733">
        <dgm:presLayoutVars>
          <dgm:chMax val="1"/>
          <dgm:chPref val="1"/>
        </dgm:presLayoutVars>
      </dgm:prSet>
      <dgm:spPr/>
    </dgm:pt>
    <dgm:pt modelId="{ACE6F57F-7348-4950-944E-663FCC426CD4}" type="pres">
      <dgm:prSet presAssocID="{FA616D02-2FDC-4921-948C-359B631C4716}" presName="sibTrans" presStyleCnt="0"/>
      <dgm:spPr/>
    </dgm:pt>
    <dgm:pt modelId="{DF2E6724-7BF8-4FFE-8E28-AF5AD72B9EA4}" type="pres">
      <dgm:prSet presAssocID="{BDAFABDD-E5C2-452E-8E62-A13622742B02}" presName="compNode" presStyleCnt="0"/>
      <dgm:spPr/>
    </dgm:pt>
    <dgm:pt modelId="{1CE7CAFA-B8D1-4CB2-975A-74AD34E901B8}" type="pres">
      <dgm:prSet presAssocID="{BDAFABDD-E5C2-452E-8E62-A13622742B02}" presName="iconRect" presStyleLbl="node1" presStyleIdx="1" presStyleCnt="2" custLinFactNeighborX="-17585" custLinFactNeighborY="-6902"/>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Irritant"/>
        </a:ext>
      </dgm:extLst>
    </dgm:pt>
    <dgm:pt modelId="{B4AB7955-6D4A-4B60-A9D2-5361080A3ED4}" type="pres">
      <dgm:prSet presAssocID="{BDAFABDD-E5C2-452E-8E62-A13622742B02}" presName="spaceRect" presStyleCnt="0"/>
      <dgm:spPr/>
    </dgm:pt>
    <dgm:pt modelId="{54FB61DB-6990-49E7-970B-5C48F44E0B6C}" type="pres">
      <dgm:prSet presAssocID="{BDAFABDD-E5C2-452E-8E62-A13622742B02}" presName="textRect" presStyleLbl="revTx" presStyleIdx="1" presStyleCnt="2" custScaleX="54804" custScaleY="68586" custLinFactNeighborX="-75046" custLinFactNeighborY="-84846">
        <dgm:presLayoutVars>
          <dgm:chMax val="1"/>
          <dgm:chPref val="1"/>
        </dgm:presLayoutVars>
      </dgm:prSet>
      <dgm:spPr/>
    </dgm:pt>
  </dgm:ptLst>
  <dgm:cxnLst>
    <dgm:cxn modelId="{9A87E025-125A-4BFA-B9B7-EF3E27DBA9B3}" type="presOf" srcId="{2DE3202C-16E1-4CA9-92F0-26E7C2223255}" destId="{92448D29-52CF-4AF5-8A21-A6B3900D920B}" srcOrd="0" destOrd="0" presId="urn:microsoft.com/office/officeart/2018/2/layout/IconLabelList"/>
    <dgm:cxn modelId="{61322978-0496-4422-ABAD-37223919D5DC}" srcId="{2DE3202C-16E1-4CA9-92F0-26E7C2223255}" destId="{F3384108-96CE-46BF-AE20-4B500D15C269}" srcOrd="0" destOrd="0" parTransId="{A6633FB1-554E-482B-B522-D5269FC7A457}" sibTransId="{FA616D02-2FDC-4921-948C-359B631C4716}"/>
    <dgm:cxn modelId="{F3BEF486-DFD6-4DB3-8426-76198969C968}" srcId="{2DE3202C-16E1-4CA9-92F0-26E7C2223255}" destId="{BDAFABDD-E5C2-452E-8E62-A13622742B02}" srcOrd="1" destOrd="0" parTransId="{3E668808-741E-4B5B-BDC2-19DD48166BD9}" sibTransId="{154E89F7-3A90-4E4B-B170-26FCA08AA707}"/>
    <dgm:cxn modelId="{0A9376AA-1593-421C-BE91-38C4A2588C60}" type="presOf" srcId="{F3384108-96CE-46BF-AE20-4B500D15C269}" destId="{76BE61B5-B01D-447E-8154-3BBDB2EF8237}" srcOrd="0" destOrd="0" presId="urn:microsoft.com/office/officeart/2018/2/layout/IconLabelList"/>
    <dgm:cxn modelId="{E047A0B1-83E0-4337-AEAC-CB1A465C0519}" type="presOf" srcId="{BDAFABDD-E5C2-452E-8E62-A13622742B02}" destId="{54FB61DB-6990-49E7-970B-5C48F44E0B6C}" srcOrd="0" destOrd="0" presId="urn:microsoft.com/office/officeart/2018/2/layout/IconLabelList"/>
    <dgm:cxn modelId="{A3E99665-36AE-4319-B189-C28BBF118257}" type="presParOf" srcId="{92448D29-52CF-4AF5-8A21-A6B3900D920B}" destId="{2EC5CC54-44AC-463B-BB02-95F372CC9532}" srcOrd="0" destOrd="0" presId="urn:microsoft.com/office/officeart/2018/2/layout/IconLabelList"/>
    <dgm:cxn modelId="{CC05BE49-76DC-4F2D-8E30-6B20AD9AE4B8}" type="presParOf" srcId="{2EC5CC54-44AC-463B-BB02-95F372CC9532}" destId="{0E90A4DA-D386-4F43-B488-FE3A54A226E0}" srcOrd="0" destOrd="0" presId="urn:microsoft.com/office/officeart/2018/2/layout/IconLabelList"/>
    <dgm:cxn modelId="{FD7A6977-16D0-4F26-A07D-02F22A8D55CE}" type="presParOf" srcId="{2EC5CC54-44AC-463B-BB02-95F372CC9532}" destId="{F20F4417-3987-4727-8B74-BDB234278F3A}" srcOrd="1" destOrd="0" presId="urn:microsoft.com/office/officeart/2018/2/layout/IconLabelList"/>
    <dgm:cxn modelId="{94E1463A-17F1-402F-B448-8FA41AA3F97C}" type="presParOf" srcId="{2EC5CC54-44AC-463B-BB02-95F372CC9532}" destId="{76BE61B5-B01D-447E-8154-3BBDB2EF8237}" srcOrd="2" destOrd="0" presId="urn:microsoft.com/office/officeart/2018/2/layout/IconLabelList"/>
    <dgm:cxn modelId="{50862D55-8A5F-495B-982D-CFFFDB433D44}" type="presParOf" srcId="{92448D29-52CF-4AF5-8A21-A6B3900D920B}" destId="{ACE6F57F-7348-4950-944E-663FCC426CD4}" srcOrd="1" destOrd="0" presId="urn:microsoft.com/office/officeart/2018/2/layout/IconLabelList"/>
    <dgm:cxn modelId="{BB5484DC-65D8-4565-B499-0CF8045CDE60}" type="presParOf" srcId="{92448D29-52CF-4AF5-8A21-A6B3900D920B}" destId="{DF2E6724-7BF8-4FFE-8E28-AF5AD72B9EA4}" srcOrd="2" destOrd="0" presId="urn:microsoft.com/office/officeart/2018/2/layout/IconLabelList"/>
    <dgm:cxn modelId="{B33D127E-C6EE-4F50-A508-4AAEFC1B33C6}" type="presParOf" srcId="{DF2E6724-7BF8-4FFE-8E28-AF5AD72B9EA4}" destId="{1CE7CAFA-B8D1-4CB2-975A-74AD34E901B8}" srcOrd="0" destOrd="0" presId="urn:microsoft.com/office/officeart/2018/2/layout/IconLabelList"/>
    <dgm:cxn modelId="{445F1B04-5FFF-43B7-81E8-A53F7802619B}" type="presParOf" srcId="{DF2E6724-7BF8-4FFE-8E28-AF5AD72B9EA4}" destId="{B4AB7955-6D4A-4B60-A9D2-5361080A3ED4}" srcOrd="1" destOrd="0" presId="urn:microsoft.com/office/officeart/2018/2/layout/IconLabelList"/>
    <dgm:cxn modelId="{56E969FD-D13C-43F7-B990-0394BAE9285F}" type="presParOf" srcId="{DF2E6724-7BF8-4FFE-8E28-AF5AD72B9EA4}" destId="{54FB61DB-6990-49E7-970B-5C48F44E0B6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DFB81E8-1EF2-42D0-8DCD-2FFA6EA11CF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1FA26F4-AAA1-44C2-8886-E5EFE3CC4F23}">
      <dgm:prSet/>
      <dgm:spPr/>
      <dgm:t>
        <a:bodyPr/>
        <a:lstStyle/>
        <a:p>
          <a:r>
            <a:rPr lang="en-US"/>
            <a:t>Keeping Unattended Workstations Secure</a:t>
          </a:r>
        </a:p>
      </dgm:t>
    </dgm:pt>
    <dgm:pt modelId="{2A26F6BE-3E5F-4093-9643-3FA2AB471653}" type="parTrans" cxnId="{14AB86AF-363F-41D5-8571-EF37E01BF8D7}">
      <dgm:prSet/>
      <dgm:spPr/>
      <dgm:t>
        <a:bodyPr/>
        <a:lstStyle/>
        <a:p>
          <a:endParaRPr lang="en-US"/>
        </a:p>
      </dgm:t>
    </dgm:pt>
    <dgm:pt modelId="{C5320F36-D2EA-45E4-AADC-948D8EBB28FE}" type="sibTrans" cxnId="{14AB86AF-363F-41D5-8571-EF37E01BF8D7}">
      <dgm:prSet/>
      <dgm:spPr/>
      <dgm:t>
        <a:bodyPr/>
        <a:lstStyle/>
        <a:p>
          <a:endParaRPr lang="en-US"/>
        </a:p>
      </dgm:t>
    </dgm:pt>
    <dgm:pt modelId="{FFE97F1E-1F8B-4FB9-854E-F0935CBD3FC0}">
      <dgm:prSet/>
      <dgm:spPr/>
      <dgm:t>
        <a:bodyPr/>
        <a:lstStyle/>
        <a:p>
          <a:r>
            <a:rPr lang="en-US" dirty="0"/>
            <a:t>Protecting Confidential Documents</a:t>
          </a:r>
        </a:p>
      </dgm:t>
    </dgm:pt>
    <dgm:pt modelId="{1942A2C1-BEF5-49AF-A8E9-CA445D56BF2B}" type="parTrans" cxnId="{3EEC5BB2-FC97-4111-9ABA-5BB25F432A60}">
      <dgm:prSet/>
      <dgm:spPr/>
      <dgm:t>
        <a:bodyPr/>
        <a:lstStyle/>
        <a:p>
          <a:endParaRPr lang="en-US"/>
        </a:p>
      </dgm:t>
    </dgm:pt>
    <dgm:pt modelId="{9539B19E-D772-4B83-AB97-449E3A1D79B9}" type="sibTrans" cxnId="{3EEC5BB2-FC97-4111-9ABA-5BB25F432A60}">
      <dgm:prSet/>
      <dgm:spPr/>
      <dgm:t>
        <a:bodyPr/>
        <a:lstStyle/>
        <a:p>
          <a:endParaRPr lang="en-US"/>
        </a:p>
      </dgm:t>
    </dgm:pt>
    <dgm:pt modelId="{50C2088C-9663-4270-9238-BB1B1172D0C1}">
      <dgm:prSet/>
      <dgm:spPr/>
      <dgm:t>
        <a:bodyPr/>
        <a:lstStyle/>
        <a:p>
          <a:r>
            <a:rPr lang="en-US"/>
            <a:t>Prevent Tailgating/Impersonation</a:t>
          </a:r>
        </a:p>
      </dgm:t>
    </dgm:pt>
    <dgm:pt modelId="{FBD11EA4-946E-45AC-A388-0BF029DBABE1}" type="parTrans" cxnId="{957A5721-8F7E-4472-893D-71C6410C5BBA}">
      <dgm:prSet/>
      <dgm:spPr/>
      <dgm:t>
        <a:bodyPr/>
        <a:lstStyle/>
        <a:p>
          <a:endParaRPr lang="en-US"/>
        </a:p>
      </dgm:t>
    </dgm:pt>
    <dgm:pt modelId="{21E46E72-3755-4485-9DBF-633AAC821337}" type="sibTrans" cxnId="{957A5721-8F7E-4472-893D-71C6410C5BBA}">
      <dgm:prSet/>
      <dgm:spPr/>
      <dgm:t>
        <a:bodyPr/>
        <a:lstStyle/>
        <a:p>
          <a:endParaRPr lang="en-US"/>
        </a:p>
      </dgm:t>
    </dgm:pt>
    <dgm:pt modelId="{94672972-535A-4F1B-A3D6-55CC7AB1064B}">
      <dgm:prSet/>
      <dgm:spPr/>
      <dgm:t>
        <a:bodyPr/>
        <a:lstStyle/>
        <a:p>
          <a:r>
            <a:rPr lang="en-US"/>
            <a:t>Protect yourself from Shoulder Surfing</a:t>
          </a:r>
        </a:p>
      </dgm:t>
    </dgm:pt>
    <dgm:pt modelId="{B412F832-DA84-4537-94D7-E8535F5B7DAE}" type="parTrans" cxnId="{3BDB13FF-FEA5-4802-A037-15B792FF3418}">
      <dgm:prSet/>
      <dgm:spPr/>
      <dgm:t>
        <a:bodyPr/>
        <a:lstStyle/>
        <a:p>
          <a:endParaRPr lang="en-US"/>
        </a:p>
      </dgm:t>
    </dgm:pt>
    <dgm:pt modelId="{08977939-3869-4FF5-8CB9-AC26271CDD4D}" type="sibTrans" cxnId="{3BDB13FF-FEA5-4802-A037-15B792FF3418}">
      <dgm:prSet/>
      <dgm:spPr/>
      <dgm:t>
        <a:bodyPr/>
        <a:lstStyle/>
        <a:p>
          <a:endParaRPr lang="en-US"/>
        </a:p>
      </dgm:t>
    </dgm:pt>
    <dgm:pt modelId="{F9525A97-BDC3-4480-BF67-2986F0E125BA}" type="pres">
      <dgm:prSet presAssocID="{CDFB81E8-1EF2-42D0-8DCD-2FFA6EA11CFF}" presName="root" presStyleCnt="0">
        <dgm:presLayoutVars>
          <dgm:dir/>
          <dgm:resizeHandles val="exact"/>
        </dgm:presLayoutVars>
      </dgm:prSet>
      <dgm:spPr/>
    </dgm:pt>
    <dgm:pt modelId="{90F5D6FE-AA9E-4CAE-9163-C66E04F1F06A}" type="pres">
      <dgm:prSet presAssocID="{D1FA26F4-AAA1-44C2-8886-E5EFE3CC4F23}" presName="compNode" presStyleCnt="0"/>
      <dgm:spPr/>
    </dgm:pt>
    <dgm:pt modelId="{324024FE-491D-429F-B21C-2FB85B619AA7}" type="pres">
      <dgm:prSet presAssocID="{D1FA26F4-AAA1-44C2-8886-E5EFE3CC4F23}" presName="bgRect" presStyleLbl="bgShp" presStyleIdx="0" presStyleCnt="4"/>
      <dgm:spPr/>
    </dgm:pt>
    <dgm:pt modelId="{C3B292EF-8108-4F79-91D9-5A4433114328}" type="pres">
      <dgm:prSet presAssocID="{D1FA26F4-AAA1-44C2-8886-E5EFE3CC4F2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47C758D6-1C50-4034-92EB-77C3131CCEE5}" type="pres">
      <dgm:prSet presAssocID="{D1FA26F4-AAA1-44C2-8886-E5EFE3CC4F23}" presName="spaceRect" presStyleCnt="0"/>
      <dgm:spPr/>
    </dgm:pt>
    <dgm:pt modelId="{FF8E2C07-AA74-43E1-8E3A-7CDDAB98ECBE}" type="pres">
      <dgm:prSet presAssocID="{D1FA26F4-AAA1-44C2-8886-E5EFE3CC4F23}" presName="parTx" presStyleLbl="revTx" presStyleIdx="0" presStyleCnt="4">
        <dgm:presLayoutVars>
          <dgm:chMax val="0"/>
          <dgm:chPref val="0"/>
        </dgm:presLayoutVars>
      </dgm:prSet>
      <dgm:spPr/>
    </dgm:pt>
    <dgm:pt modelId="{EFE4B344-B088-4335-93A5-0B022AA50208}" type="pres">
      <dgm:prSet presAssocID="{C5320F36-D2EA-45E4-AADC-948D8EBB28FE}" presName="sibTrans" presStyleCnt="0"/>
      <dgm:spPr/>
    </dgm:pt>
    <dgm:pt modelId="{15372C87-1396-4311-89E7-DEFECB10A7F8}" type="pres">
      <dgm:prSet presAssocID="{FFE97F1E-1F8B-4FB9-854E-F0935CBD3FC0}" presName="compNode" presStyleCnt="0"/>
      <dgm:spPr/>
    </dgm:pt>
    <dgm:pt modelId="{55BDF2D1-71C0-48DA-9D83-C63A80748940}" type="pres">
      <dgm:prSet presAssocID="{FFE97F1E-1F8B-4FB9-854E-F0935CBD3FC0}" presName="bgRect" presStyleLbl="bgShp" presStyleIdx="1" presStyleCnt="4"/>
      <dgm:spPr/>
    </dgm:pt>
    <dgm:pt modelId="{730B9ED6-4697-4957-AD1E-DFCCAEFADBCC}" type="pres">
      <dgm:prSet presAssocID="{FFE97F1E-1F8B-4FB9-854E-F0935CBD3FC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0EC8561B-CF0F-42D2-B88D-FA19C2C85CA1}" type="pres">
      <dgm:prSet presAssocID="{FFE97F1E-1F8B-4FB9-854E-F0935CBD3FC0}" presName="spaceRect" presStyleCnt="0"/>
      <dgm:spPr/>
    </dgm:pt>
    <dgm:pt modelId="{86EB977C-AAB2-4C12-96F4-976EEF7D6334}" type="pres">
      <dgm:prSet presAssocID="{FFE97F1E-1F8B-4FB9-854E-F0935CBD3FC0}" presName="parTx" presStyleLbl="revTx" presStyleIdx="1" presStyleCnt="4">
        <dgm:presLayoutVars>
          <dgm:chMax val="0"/>
          <dgm:chPref val="0"/>
        </dgm:presLayoutVars>
      </dgm:prSet>
      <dgm:spPr/>
    </dgm:pt>
    <dgm:pt modelId="{49CE7890-59F9-4D8B-A0D0-41308FA63A1D}" type="pres">
      <dgm:prSet presAssocID="{9539B19E-D772-4B83-AB97-449E3A1D79B9}" presName="sibTrans" presStyleCnt="0"/>
      <dgm:spPr/>
    </dgm:pt>
    <dgm:pt modelId="{08C9F674-DB84-4510-AFBF-27AECFC74793}" type="pres">
      <dgm:prSet presAssocID="{50C2088C-9663-4270-9238-BB1B1172D0C1}" presName="compNode" presStyleCnt="0"/>
      <dgm:spPr/>
    </dgm:pt>
    <dgm:pt modelId="{B6D3A564-D54A-4867-BA20-8515C79E2230}" type="pres">
      <dgm:prSet presAssocID="{50C2088C-9663-4270-9238-BB1B1172D0C1}" presName="bgRect" presStyleLbl="bgShp" presStyleIdx="2" presStyleCnt="4"/>
      <dgm:spPr/>
    </dgm:pt>
    <dgm:pt modelId="{AD2CFA0C-8EFA-4358-B824-0329AD26DAE2}" type="pres">
      <dgm:prSet presAssocID="{50C2088C-9663-4270-9238-BB1B1172D0C1}"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Employee badge"/>
        </a:ext>
      </dgm:extLst>
    </dgm:pt>
    <dgm:pt modelId="{523418D6-741C-46AE-97CA-A789EA452469}" type="pres">
      <dgm:prSet presAssocID="{50C2088C-9663-4270-9238-BB1B1172D0C1}" presName="spaceRect" presStyleCnt="0"/>
      <dgm:spPr/>
    </dgm:pt>
    <dgm:pt modelId="{F026BACC-43F1-4926-8C8D-D2153E4770D5}" type="pres">
      <dgm:prSet presAssocID="{50C2088C-9663-4270-9238-BB1B1172D0C1}" presName="parTx" presStyleLbl="revTx" presStyleIdx="2" presStyleCnt="4">
        <dgm:presLayoutVars>
          <dgm:chMax val="0"/>
          <dgm:chPref val="0"/>
        </dgm:presLayoutVars>
      </dgm:prSet>
      <dgm:spPr/>
    </dgm:pt>
    <dgm:pt modelId="{C4C8F1CA-9485-4D56-B1B8-E0E3F25F46C7}" type="pres">
      <dgm:prSet presAssocID="{21E46E72-3755-4485-9DBF-633AAC821337}" presName="sibTrans" presStyleCnt="0"/>
      <dgm:spPr/>
    </dgm:pt>
    <dgm:pt modelId="{F99D7012-006D-4D47-A498-5B4595865FB9}" type="pres">
      <dgm:prSet presAssocID="{94672972-535A-4F1B-A3D6-55CC7AB1064B}" presName="compNode" presStyleCnt="0"/>
      <dgm:spPr/>
    </dgm:pt>
    <dgm:pt modelId="{A6849A18-9176-4FFD-A605-42F7F53CEE9B}" type="pres">
      <dgm:prSet presAssocID="{94672972-535A-4F1B-A3D6-55CC7AB1064B}" presName="bgRect" presStyleLbl="bgShp" presStyleIdx="3" presStyleCnt="4"/>
      <dgm:spPr/>
    </dgm:pt>
    <dgm:pt modelId="{F0487695-A01A-4415-9873-776E492BE44C}" type="pres">
      <dgm:prSet presAssocID="{94672972-535A-4F1B-A3D6-55CC7AB1064B}"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Eye"/>
        </a:ext>
      </dgm:extLst>
    </dgm:pt>
    <dgm:pt modelId="{4AA32E4F-DE19-42ED-B10D-24DF054B9F5B}" type="pres">
      <dgm:prSet presAssocID="{94672972-535A-4F1B-A3D6-55CC7AB1064B}" presName="spaceRect" presStyleCnt="0"/>
      <dgm:spPr/>
    </dgm:pt>
    <dgm:pt modelId="{14384BCF-CABB-4EE2-9DBB-A1A0642653AA}" type="pres">
      <dgm:prSet presAssocID="{94672972-535A-4F1B-A3D6-55CC7AB1064B}" presName="parTx" presStyleLbl="revTx" presStyleIdx="3" presStyleCnt="4">
        <dgm:presLayoutVars>
          <dgm:chMax val="0"/>
          <dgm:chPref val="0"/>
        </dgm:presLayoutVars>
      </dgm:prSet>
      <dgm:spPr/>
    </dgm:pt>
  </dgm:ptLst>
  <dgm:cxnLst>
    <dgm:cxn modelId="{957A5721-8F7E-4472-893D-71C6410C5BBA}" srcId="{CDFB81E8-1EF2-42D0-8DCD-2FFA6EA11CFF}" destId="{50C2088C-9663-4270-9238-BB1B1172D0C1}" srcOrd="2" destOrd="0" parTransId="{FBD11EA4-946E-45AC-A388-0BF029DBABE1}" sibTransId="{21E46E72-3755-4485-9DBF-633AAC821337}"/>
    <dgm:cxn modelId="{C8D1313E-6A05-4783-B7F4-0D6F98F8548F}" type="presOf" srcId="{50C2088C-9663-4270-9238-BB1B1172D0C1}" destId="{F026BACC-43F1-4926-8C8D-D2153E4770D5}" srcOrd="0" destOrd="0" presId="urn:microsoft.com/office/officeart/2018/2/layout/IconVerticalSolidList"/>
    <dgm:cxn modelId="{83DB9F9F-A0D5-4998-A794-4C64A3040A00}" type="presOf" srcId="{FFE97F1E-1F8B-4FB9-854E-F0935CBD3FC0}" destId="{86EB977C-AAB2-4C12-96F4-976EEF7D6334}" srcOrd="0" destOrd="0" presId="urn:microsoft.com/office/officeart/2018/2/layout/IconVerticalSolidList"/>
    <dgm:cxn modelId="{1231D2AB-CADC-4CCD-AFA9-7B173DB16E9E}" type="presOf" srcId="{CDFB81E8-1EF2-42D0-8DCD-2FFA6EA11CFF}" destId="{F9525A97-BDC3-4480-BF67-2986F0E125BA}" srcOrd="0" destOrd="0" presId="urn:microsoft.com/office/officeart/2018/2/layout/IconVerticalSolidList"/>
    <dgm:cxn modelId="{14AB86AF-363F-41D5-8571-EF37E01BF8D7}" srcId="{CDFB81E8-1EF2-42D0-8DCD-2FFA6EA11CFF}" destId="{D1FA26F4-AAA1-44C2-8886-E5EFE3CC4F23}" srcOrd="0" destOrd="0" parTransId="{2A26F6BE-3E5F-4093-9643-3FA2AB471653}" sibTransId="{C5320F36-D2EA-45E4-AADC-948D8EBB28FE}"/>
    <dgm:cxn modelId="{3EEC5BB2-FC97-4111-9ABA-5BB25F432A60}" srcId="{CDFB81E8-1EF2-42D0-8DCD-2FFA6EA11CFF}" destId="{FFE97F1E-1F8B-4FB9-854E-F0935CBD3FC0}" srcOrd="1" destOrd="0" parTransId="{1942A2C1-BEF5-49AF-A8E9-CA445D56BF2B}" sibTransId="{9539B19E-D772-4B83-AB97-449E3A1D79B9}"/>
    <dgm:cxn modelId="{14C344B8-1734-4379-9FD5-8FDEE6F47E6C}" type="presOf" srcId="{94672972-535A-4F1B-A3D6-55CC7AB1064B}" destId="{14384BCF-CABB-4EE2-9DBB-A1A0642653AA}" srcOrd="0" destOrd="0" presId="urn:microsoft.com/office/officeart/2018/2/layout/IconVerticalSolidList"/>
    <dgm:cxn modelId="{A3618EF5-0459-42CF-9FA3-E613D8C38721}" type="presOf" srcId="{D1FA26F4-AAA1-44C2-8886-E5EFE3CC4F23}" destId="{FF8E2C07-AA74-43E1-8E3A-7CDDAB98ECBE}" srcOrd="0" destOrd="0" presId="urn:microsoft.com/office/officeart/2018/2/layout/IconVerticalSolidList"/>
    <dgm:cxn modelId="{3BDB13FF-FEA5-4802-A037-15B792FF3418}" srcId="{CDFB81E8-1EF2-42D0-8DCD-2FFA6EA11CFF}" destId="{94672972-535A-4F1B-A3D6-55CC7AB1064B}" srcOrd="3" destOrd="0" parTransId="{B412F832-DA84-4537-94D7-E8535F5B7DAE}" sibTransId="{08977939-3869-4FF5-8CB9-AC26271CDD4D}"/>
    <dgm:cxn modelId="{65443D25-5586-4509-A70E-5F473D53FBE3}" type="presParOf" srcId="{F9525A97-BDC3-4480-BF67-2986F0E125BA}" destId="{90F5D6FE-AA9E-4CAE-9163-C66E04F1F06A}" srcOrd="0" destOrd="0" presId="urn:microsoft.com/office/officeart/2018/2/layout/IconVerticalSolidList"/>
    <dgm:cxn modelId="{E74ACE06-E18A-4A70-B5D5-0B6AF8DF39A3}" type="presParOf" srcId="{90F5D6FE-AA9E-4CAE-9163-C66E04F1F06A}" destId="{324024FE-491D-429F-B21C-2FB85B619AA7}" srcOrd="0" destOrd="0" presId="urn:microsoft.com/office/officeart/2018/2/layout/IconVerticalSolidList"/>
    <dgm:cxn modelId="{992C168F-5AD0-41CD-B70D-0EB9867310D1}" type="presParOf" srcId="{90F5D6FE-AA9E-4CAE-9163-C66E04F1F06A}" destId="{C3B292EF-8108-4F79-91D9-5A4433114328}" srcOrd="1" destOrd="0" presId="urn:microsoft.com/office/officeart/2018/2/layout/IconVerticalSolidList"/>
    <dgm:cxn modelId="{CA692CA3-93D3-4FB0-82CC-1405113FE236}" type="presParOf" srcId="{90F5D6FE-AA9E-4CAE-9163-C66E04F1F06A}" destId="{47C758D6-1C50-4034-92EB-77C3131CCEE5}" srcOrd="2" destOrd="0" presId="urn:microsoft.com/office/officeart/2018/2/layout/IconVerticalSolidList"/>
    <dgm:cxn modelId="{4CCC5A48-89D2-4E8C-A99D-386162131191}" type="presParOf" srcId="{90F5D6FE-AA9E-4CAE-9163-C66E04F1F06A}" destId="{FF8E2C07-AA74-43E1-8E3A-7CDDAB98ECBE}" srcOrd="3" destOrd="0" presId="urn:microsoft.com/office/officeart/2018/2/layout/IconVerticalSolidList"/>
    <dgm:cxn modelId="{DA0FBC41-FC62-4CF2-8901-045271DCABE8}" type="presParOf" srcId="{F9525A97-BDC3-4480-BF67-2986F0E125BA}" destId="{EFE4B344-B088-4335-93A5-0B022AA50208}" srcOrd="1" destOrd="0" presId="urn:microsoft.com/office/officeart/2018/2/layout/IconVerticalSolidList"/>
    <dgm:cxn modelId="{111A537C-C187-4614-8FCC-888977A1A409}" type="presParOf" srcId="{F9525A97-BDC3-4480-BF67-2986F0E125BA}" destId="{15372C87-1396-4311-89E7-DEFECB10A7F8}" srcOrd="2" destOrd="0" presId="urn:microsoft.com/office/officeart/2018/2/layout/IconVerticalSolidList"/>
    <dgm:cxn modelId="{2A30A63A-5FC3-46FA-8AEF-ACA0F6FCE67B}" type="presParOf" srcId="{15372C87-1396-4311-89E7-DEFECB10A7F8}" destId="{55BDF2D1-71C0-48DA-9D83-C63A80748940}" srcOrd="0" destOrd="0" presId="urn:microsoft.com/office/officeart/2018/2/layout/IconVerticalSolidList"/>
    <dgm:cxn modelId="{98DB3391-C44F-429B-8B3C-4F0720E3D98C}" type="presParOf" srcId="{15372C87-1396-4311-89E7-DEFECB10A7F8}" destId="{730B9ED6-4697-4957-AD1E-DFCCAEFADBCC}" srcOrd="1" destOrd="0" presId="urn:microsoft.com/office/officeart/2018/2/layout/IconVerticalSolidList"/>
    <dgm:cxn modelId="{7B087369-D629-4428-A064-2891F571BF08}" type="presParOf" srcId="{15372C87-1396-4311-89E7-DEFECB10A7F8}" destId="{0EC8561B-CF0F-42D2-B88D-FA19C2C85CA1}" srcOrd="2" destOrd="0" presId="urn:microsoft.com/office/officeart/2018/2/layout/IconVerticalSolidList"/>
    <dgm:cxn modelId="{C8ADA071-02F0-432D-9B44-B935C09391C9}" type="presParOf" srcId="{15372C87-1396-4311-89E7-DEFECB10A7F8}" destId="{86EB977C-AAB2-4C12-96F4-976EEF7D6334}" srcOrd="3" destOrd="0" presId="urn:microsoft.com/office/officeart/2018/2/layout/IconVerticalSolidList"/>
    <dgm:cxn modelId="{DB765AD6-42F1-4D61-8B55-741A60E51894}" type="presParOf" srcId="{F9525A97-BDC3-4480-BF67-2986F0E125BA}" destId="{49CE7890-59F9-4D8B-A0D0-41308FA63A1D}" srcOrd="3" destOrd="0" presId="urn:microsoft.com/office/officeart/2018/2/layout/IconVerticalSolidList"/>
    <dgm:cxn modelId="{DF4EA1D2-560F-40A3-B76A-BF75EB1E7081}" type="presParOf" srcId="{F9525A97-BDC3-4480-BF67-2986F0E125BA}" destId="{08C9F674-DB84-4510-AFBF-27AECFC74793}" srcOrd="4" destOrd="0" presId="urn:microsoft.com/office/officeart/2018/2/layout/IconVerticalSolidList"/>
    <dgm:cxn modelId="{5268A945-B345-482E-B4C4-B21ACA43BF6E}" type="presParOf" srcId="{08C9F674-DB84-4510-AFBF-27AECFC74793}" destId="{B6D3A564-D54A-4867-BA20-8515C79E2230}" srcOrd="0" destOrd="0" presId="urn:microsoft.com/office/officeart/2018/2/layout/IconVerticalSolidList"/>
    <dgm:cxn modelId="{28598941-36A1-4875-AF52-44672427F39D}" type="presParOf" srcId="{08C9F674-DB84-4510-AFBF-27AECFC74793}" destId="{AD2CFA0C-8EFA-4358-B824-0329AD26DAE2}" srcOrd="1" destOrd="0" presId="urn:microsoft.com/office/officeart/2018/2/layout/IconVerticalSolidList"/>
    <dgm:cxn modelId="{0AD4432A-627C-4352-8B95-6858A1C5FD97}" type="presParOf" srcId="{08C9F674-DB84-4510-AFBF-27AECFC74793}" destId="{523418D6-741C-46AE-97CA-A789EA452469}" srcOrd="2" destOrd="0" presId="urn:microsoft.com/office/officeart/2018/2/layout/IconVerticalSolidList"/>
    <dgm:cxn modelId="{1A014989-FA53-4E4B-B87F-2B755EF155B1}" type="presParOf" srcId="{08C9F674-DB84-4510-AFBF-27AECFC74793}" destId="{F026BACC-43F1-4926-8C8D-D2153E4770D5}" srcOrd="3" destOrd="0" presId="urn:microsoft.com/office/officeart/2018/2/layout/IconVerticalSolidList"/>
    <dgm:cxn modelId="{D78354BB-3393-4689-94E6-8C9E4069A018}" type="presParOf" srcId="{F9525A97-BDC3-4480-BF67-2986F0E125BA}" destId="{C4C8F1CA-9485-4D56-B1B8-E0E3F25F46C7}" srcOrd="5" destOrd="0" presId="urn:microsoft.com/office/officeart/2018/2/layout/IconVerticalSolidList"/>
    <dgm:cxn modelId="{3EB54F80-5E51-461C-BC86-6FEA2C2BB5D3}" type="presParOf" srcId="{F9525A97-BDC3-4480-BF67-2986F0E125BA}" destId="{F99D7012-006D-4D47-A498-5B4595865FB9}" srcOrd="6" destOrd="0" presId="urn:microsoft.com/office/officeart/2018/2/layout/IconVerticalSolidList"/>
    <dgm:cxn modelId="{AC470E03-CA69-4C9A-A3C0-9B10027CB046}" type="presParOf" srcId="{F99D7012-006D-4D47-A498-5B4595865FB9}" destId="{A6849A18-9176-4FFD-A605-42F7F53CEE9B}" srcOrd="0" destOrd="0" presId="urn:microsoft.com/office/officeart/2018/2/layout/IconVerticalSolidList"/>
    <dgm:cxn modelId="{52693871-3B4A-47DE-91AB-DD3A7B7BC724}" type="presParOf" srcId="{F99D7012-006D-4D47-A498-5B4595865FB9}" destId="{F0487695-A01A-4415-9873-776E492BE44C}" srcOrd="1" destOrd="0" presId="urn:microsoft.com/office/officeart/2018/2/layout/IconVerticalSolidList"/>
    <dgm:cxn modelId="{5AD619EE-7F2C-4CD4-85C7-38A524EB0829}" type="presParOf" srcId="{F99D7012-006D-4D47-A498-5B4595865FB9}" destId="{4AA32E4F-DE19-42ED-B10D-24DF054B9F5B}" srcOrd="2" destOrd="0" presId="urn:microsoft.com/office/officeart/2018/2/layout/IconVerticalSolidList"/>
    <dgm:cxn modelId="{2AEE3875-61D0-479E-858F-824B7981EE8E}" type="presParOf" srcId="{F99D7012-006D-4D47-A498-5B4595865FB9}" destId="{14384BCF-CABB-4EE2-9DBB-A1A0642653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006AA89-7C67-410C-ADE7-85722387BCC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CB7C5FA-B749-480D-A108-51B3EF26262B}">
      <dgm:prSet/>
      <dgm:spPr/>
      <dgm:t>
        <a:bodyPr/>
        <a:lstStyle/>
        <a:p>
          <a:r>
            <a:rPr lang="en-US" dirty="0"/>
            <a:t>Keep your workstations locked while unattended.</a:t>
          </a:r>
        </a:p>
      </dgm:t>
    </dgm:pt>
    <dgm:pt modelId="{E4F1D38F-4AB4-4C7E-A7EF-E3550B3B5832}" type="parTrans" cxnId="{F65C03C7-0A5D-4D0D-87C5-D76776A0AADE}">
      <dgm:prSet/>
      <dgm:spPr/>
      <dgm:t>
        <a:bodyPr/>
        <a:lstStyle/>
        <a:p>
          <a:endParaRPr lang="en-US"/>
        </a:p>
      </dgm:t>
    </dgm:pt>
    <dgm:pt modelId="{74CCE498-0C9A-4E78-88B2-4D438F10C73E}" type="sibTrans" cxnId="{F65C03C7-0A5D-4D0D-87C5-D76776A0AADE}">
      <dgm:prSet/>
      <dgm:spPr/>
      <dgm:t>
        <a:bodyPr/>
        <a:lstStyle/>
        <a:p>
          <a:endParaRPr lang="en-US"/>
        </a:p>
      </dgm:t>
    </dgm:pt>
    <dgm:pt modelId="{087E57F8-CE74-46AA-AE7A-048BAB2664B4}">
      <dgm:prSet/>
      <dgm:spPr/>
      <dgm:t>
        <a:bodyPr/>
        <a:lstStyle/>
        <a:p>
          <a:r>
            <a:rPr lang="en-US" dirty="0"/>
            <a:t>An unlocked workstation grants complete access to anyone who passes by. Copying your files only takes seconds.</a:t>
          </a:r>
        </a:p>
      </dgm:t>
    </dgm:pt>
    <dgm:pt modelId="{9CFD7992-E5E8-4327-BD32-8B1903F3B778}" type="parTrans" cxnId="{32356AD9-D7CC-4328-9DE3-7CF73B7CADD2}">
      <dgm:prSet/>
      <dgm:spPr/>
      <dgm:t>
        <a:bodyPr/>
        <a:lstStyle/>
        <a:p>
          <a:endParaRPr lang="en-US"/>
        </a:p>
      </dgm:t>
    </dgm:pt>
    <dgm:pt modelId="{98001500-B48F-49CE-85F5-AB04F8D673A2}" type="sibTrans" cxnId="{32356AD9-D7CC-4328-9DE3-7CF73B7CADD2}">
      <dgm:prSet/>
      <dgm:spPr/>
      <dgm:t>
        <a:bodyPr/>
        <a:lstStyle/>
        <a:p>
          <a:endParaRPr lang="en-US"/>
        </a:p>
      </dgm:t>
    </dgm:pt>
    <dgm:pt modelId="{21B6D878-3D6E-4BEF-8209-93723F01CE05}">
      <dgm:prSet/>
      <dgm:spPr/>
      <dgm:t>
        <a:bodyPr/>
        <a:lstStyle/>
        <a:p>
          <a:r>
            <a:rPr lang="en-US" dirty="0"/>
            <a:t>Gives anyone the ability to install malware on your machine (intentional or not)</a:t>
          </a:r>
        </a:p>
      </dgm:t>
    </dgm:pt>
    <dgm:pt modelId="{14F5CD20-5A29-44B1-9F3D-9363A974D4FB}" type="parTrans" cxnId="{D2C6D906-77CA-4A5D-A69D-6CE05AC97DF6}">
      <dgm:prSet/>
      <dgm:spPr/>
      <dgm:t>
        <a:bodyPr/>
        <a:lstStyle/>
        <a:p>
          <a:endParaRPr lang="en-US"/>
        </a:p>
      </dgm:t>
    </dgm:pt>
    <dgm:pt modelId="{8A792D2C-3BF0-4461-816F-98B5882D71F5}" type="sibTrans" cxnId="{D2C6D906-77CA-4A5D-A69D-6CE05AC97DF6}">
      <dgm:prSet/>
      <dgm:spPr/>
      <dgm:t>
        <a:bodyPr/>
        <a:lstStyle/>
        <a:p>
          <a:endParaRPr lang="en-US"/>
        </a:p>
      </dgm:t>
    </dgm:pt>
    <dgm:pt modelId="{39E364C8-DD85-4F3E-8728-238D9049F5DF}" type="pres">
      <dgm:prSet presAssocID="{4006AA89-7C67-410C-ADE7-85722387BCCF}" presName="root" presStyleCnt="0">
        <dgm:presLayoutVars>
          <dgm:dir/>
          <dgm:resizeHandles val="exact"/>
        </dgm:presLayoutVars>
      </dgm:prSet>
      <dgm:spPr/>
    </dgm:pt>
    <dgm:pt modelId="{F77C04FE-F3BA-4CDA-A9EE-C3BA416AF10D}" type="pres">
      <dgm:prSet presAssocID="{6CB7C5FA-B749-480D-A108-51B3EF26262B}" presName="compNode" presStyleCnt="0"/>
      <dgm:spPr/>
    </dgm:pt>
    <dgm:pt modelId="{C12748B7-EF4C-4380-925A-3B345047E8B0}" type="pres">
      <dgm:prSet presAssocID="{6CB7C5FA-B749-480D-A108-51B3EF26262B}" presName="bgRect" presStyleLbl="bgShp" presStyleIdx="0" presStyleCnt="3"/>
      <dgm:spPr/>
    </dgm:pt>
    <dgm:pt modelId="{0A59336D-C01D-480E-B016-791889A93C8F}" type="pres">
      <dgm:prSet presAssocID="{6CB7C5FA-B749-480D-A108-51B3EF26262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B11BBD1D-2451-465E-985E-F94F9C4134B0}" type="pres">
      <dgm:prSet presAssocID="{6CB7C5FA-B749-480D-A108-51B3EF26262B}" presName="spaceRect" presStyleCnt="0"/>
      <dgm:spPr/>
    </dgm:pt>
    <dgm:pt modelId="{898DF5BF-A3A3-437B-8E64-E40A16BC75AE}" type="pres">
      <dgm:prSet presAssocID="{6CB7C5FA-B749-480D-A108-51B3EF26262B}" presName="parTx" presStyleLbl="revTx" presStyleIdx="0" presStyleCnt="3">
        <dgm:presLayoutVars>
          <dgm:chMax val="0"/>
          <dgm:chPref val="0"/>
        </dgm:presLayoutVars>
      </dgm:prSet>
      <dgm:spPr/>
    </dgm:pt>
    <dgm:pt modelId="{0B83D5E8-10B8-4D6F-95B7-F3AC69FF9AE6}" type="pres">
      <dgm:prSet presAssocID="{74CCE498-0C9A-4E78-88B2-4D438F10C73E}" presName="sibTrans" presStyleCnt="0"/>
      <dgm:spPr/>
    </dgm:pt>
    <dgm:pt modelId="{5C2816F4-4285-4E93-ACBC-33E8CFDE812A}" type="pres">
      <dgm:prSet presAssocID="{087E57F8-CE74-46AA-AE7A-048BAB2664B4}" presName="compNode" presStyleCnt="0"/>
      <dgm:spPr/>
    </dgm:pt>
    <dgm:pt modelId="{AECEAC19-FE8F-4BD4-AA3A-C4767771F8EA}" type="pres">
      <dgm:prSet presAssocID="{087E57F8-CE74-46AA-AE7A-048BAB2664B4}" presName="bgRect" presStyleLbl="bgShp" presStyleIdx="1" presStyleCnt="3"/>
      <dgm:spPr/>
    </dgm:pt>
    <dgm:pt modelId="{09E3C6AA-60A2-4016-85CA-AFF30DFDEF8B}" type="pres">
      <dgm:prSet presAssocID="{087E57F8-CE74-46AA-AE7A-048BAB2664B4}"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Key"/>
        </a:ext>
      </dgm:extLst>
    </dgm:pt>
    <dgm:pt modelId="{26ED1442-9E66-4F62-A509-A267446DB26C}" type="pres">
      <dgm:prSet presAssocID="{087E57F8-CE74-46AA-AE7A-048BAB2664B4}" presName="spaceRect" presStyleCnt="0"/>
      <dgm:spPr/>
    </dgm:pt>
    <dgm:pt modelId="{A18AAF1F-A4DA-4802-9C06-846B665AB549}" type="pres">
      <dgm:prSet presAssocID="{087E57F8-CE74-46AA-AE7A-048BAB2664B4}" presName="parTx" presStyleLbl="revTx" presStyleIdx="1" presStyleCnt="3">
        <dgm:presLayoutVars>
          <dgm:chMax val="0"/>
          <dgm:chPref val="0"/>
        </dgm:presLayoutVars>
      </dgm:prSet>
      <dgm:spPr/>
    </dgm:pt>
    <dgm:pt modelId="{FDF41330-83DB-4DE8-A5C0-5331647E1E7D}" type="pres">
      <dgm:prSet presAssocID="{98001500-B48F-49CE-85F5-AB04F8D673A2}" presName="sibTrans" presStyleCnt="0"/>
      <dgm:spPr/>
    </dgm:pt>
    <dgm:pt modelId="{A70817D6-931E-4677-A9CD-9A3C70522869}" type="pres">
      <dgm:prSet presAssocID="{21B6D878-3D6E-4BEF-8209-93723F01CE05}" presName="compNode" presStyleCnt="0"/>
      <dgm:spPr/>
    </dgm:pt>
    <dgm:pt modelId="{073AF6FD-5B5A-4CAF-860A-8476B4E727CC}" type="pres">
      <dgm:prSet presAssocID="{21B6D878-3D6E-4BEF-8209-93723F01CE05}" presName="bgRect" presStyleLbl="bgShp" presStyleIdx="2" presStyleCnt="3"/>
      <dgm:spPr/>
    </dgm:pt>
    <dgm:pt modelId="{DA3FE938-A9C7-4EE0-A81D-B31B45AD574D}" type="pres">
      <dgm:prSet presAssocID="{21B6D878-3D6E-4BEF-8209-93723F01CE05}"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Danger"/>
        </a:ext>
      </dgm:extLst>
    </dgm:pt>
    <dgm:pt modelId="{F4FA6FEC-2C65-4AE1-805F-95C475EA2E35}" type="pres">
      <dgm:prSet presAssocID="{21B6D878-3D6E-4BEF-8209-93723F01CE05}" presName="spaceRect" presStyleCnt="0"/>
      <dgm:spPr/>
    </dgm:pt>
    <dgm:pt modelId="{EE408B29-E785-4B14-9800-1DA888B91469}" type="pres">
      <dgm:prSet presAssocID="{21B6D878-3D6E-4BEF-8209-93723F01CE05}" presName="parTx" presStyleLbl="revTx" presStyleIdx="2" presStyleCnt="3">
        <dgm:presLayoutVars>
          <dgm:chMax val="0"/>
          <dgm:chPref val="0"/>
        </dgm:presLayoutVars>
      </dgm:prSet>
      <dgm:spPr/>
    </dgm:pt>
  </dgm:ptLst>
  <dgm:cxnLst>
    <dgm:cxn modelId="{D2C6D906-77CA-4A5D-A69D-6CE05AC97DF6}" srcId="{4006AA89-7C67-410C-ADE7-85722387BCCF}" destId="{21B6D878-3D6E-4BEF-8209-93723F01CE05}" srcOrd="2" destOrd="0" parTransId="{14F5CD20-5A29-44B1-9F3D-9363A974D4FB}" sibTransId="{8A792D2C-3BF0-4461-816F-98B5882D71F5}"/>
    <dgm:cxn modelId="{29E6C140-5BDC-40F1-9D52-13E74D72C5E6}" type="presOf" srcId="{087E57F8-CE74-46AA-AE7A-048BAB2664B4}" destId="{A18AAF1F-A4DA-4802-9C06-846B665AB549}" srcOrd="0" destOrd="0" presId="urn:microsoft.com/office/officeart/2018/2/layout/IconVerticalSolidList"/>
    <dgm:cxn modelId="{FA5E1C5F-6A6B-4A24-8550-6BC8BCB68D9D}" type="presOf" srcId="{6CB7C5FA-B749-480D-A108-51B3EF26262B}" destId="{898DF5BF-A3A3-437B-8E64-E40A16BC75AE}" srcOrd="0" destOrd="0" presId="urn:microsoft.com/office/officeart/2018/2/layout/IconVerticalSolidList"/>
    <dgm:cxn modelId="{B64DF69F-ECCE-4195-A937-F779979B22FF}" type="presOf" srcId="{4006AA89-7C67-410C-ADE7-85722387BCCF}" destId="{39E364C8-DD85-4F3E-8728-238D9049F5DF}" srcOrd="0" destOrd="0" presId="urn:microsoft.com/office/officeart/2018/2/layout/IconVerticalSolidList"/>
    <dgm:cxn modelId="{929E6CB2-53DC-4F2C-90B6-E866DBB59CFD}" type="presOf" srcId="{21B6D878-3D6E-4BEF-8209-93723F01CE05}" destId="{EE408B29-E785-4B14-9800-1DA888B91469}" srcOrd="0" destOrd="0" presId="urn:microsoft.com/office/officeart/2018/2/layout/IconVerticalSolidList"/>
    <dgm:cxn modelId="{F65C03C7-0A5D-4D0D-87C5-D76776A0AADE}" srcId="{4006AA89-7C67-410C-ADE7-85722387BCCF}" destId="{6CB7C5FA-B749-480D-A108-51B3EF26262B}" srcOrd="0" destOrd="0" parTransId="{E4F1D38F-4AB4-4C7E-A7EF-E3550B3B5832}" sibTransId="{74CCE498-0C9A-4E78-88B2-4D438F10C73E}"/>
    <dgm:cxn modelId="{32356AD9-D7CC-4328-9DE3-7CF73B7CADD2}" srcId="{4006AA89-7C67-410C-ADE7-85722387BCCF}" destId="{087E57F8-CE74-46AA-AE7A-048BAB2664B4}" srcOrd="1" destOrd="0" parTransId="{9CFD7992-E5E8-4327-BD32-8B1903F3B778}" sibTransId="{98001500-B48F-49CE-85F5-AB04F8D673A2}"/>
    <dgm:cxn modelId="{4397B048-4B64-4415-93F6-3276AF486D0B}" type="presParOf" srcId="{39E364C8-DD85-4F3E-8728-238D9049F5DF}" destId="{F77C04FE-F3BA-4CDA-A9EE-C3BA416AF10D}" srcOrd="0" destOrd="0" presId="urn:microsoft.com/office/officeart/2018/2/layout/IconVerticalSolidList"/>
    <dgm:cxn modelId="{7B7F5329-D020-4A2F-932C-504A313A6652}" type="presParOf" srcId="{F77C04FE-F3BA-4CDA-A9EE-C3BA416AF10D}" destId="{C12748B7-EF4C-4380-925A-3B345047E8B0}" srcOrd="0" destOrd="0" presId="urn:microsoft.com/office/officeart/2018/2/layout/IconVerticalSolidList"/>
    <dgm:cxn modelId="{F79E02E9-33D2-453D-9DEE-48E2A05965B1}" type="presParOf" srcId="{F77C04FE-F3BA-4CDA-A9EE-C3BA416AF10D}" destId="{0A59336D-C01D-480E-B016-791889A93C8F}" srcOrd="1" destOrd="0" presId="urn:microsoft.com/office/officeart/2018/2/layout/IconVerticalSolidList"/>
    <dgm:cxn modelId="{9B0C10A1-DA26-4F74-8682-4C31D57A5BAE}" type="presParOf" srcId="{F77C04FE-F3BA-4CDA-A9EE-C3BA416AF10D}" destId="{B11BBD1D-2451-465E-985E-F94F9C4134B0}" srcOrd="2" destOrd="0" presId="urn:microsoft.com/office/officeart/2018/2/layout/IconVerticalSolidList"/>
    <dgm:cxn modelId="{809AC086-C995-4802-92B6-840E73AB0857}" type="presParOf" srcId="{F77C04FE-F3BA-4CDA-A9EE-C3BA416AF10D}" destId="{898DF5BF-A3A3-437B-8E64-E40A16BC75AE}" srcOrd="3" destOrd="0" presId="urn:microsoft.com/office/officeart/2018/2/layout/IconVerticalSolidList"/>
    <dgm:cxn modelId="{926ACFD1-899E-4379-89F3-3DA3D53CBD84}" type="presParOf" srcId="{39E364C8-DD85-4F3E-8728-238D9049F5DF}" destId="{0B83D5E8-10B8-4D6F-95B7-F3AC69FF9AE6}" srcOrd="1" destOrd="0" presId="urn:microsoft.com/office/officeart/2018/2/layout/IconVerticalSolidList"/>
    <dgm:cxn modelId="{A8881B9E-7F71-4E73-8504-D81519BDAE15}" type="presParOf" srcId="{39E364C8-DD85-4F3E-8728-238D9049F5DF}" destId="{5C2816F4-4285-4E93-ACBC-33E8CFDE812A}" srcOrd="2" destOrd="0" presId="urn:microsoft.com/office/officeart/2018/2/layout/IconVerticalSolidList"/>
    <dgm:cxn modelId="{A9429B99-4D0B-4A8E-AC66-B5DCA917B028}" type="presParOf" srcId="{5C2816F4-4285-4E93-ACBC-33E8CFDE812A}" destId="{AECEAC19-FE8F-4BD4-AA3A-C4767771F8EA}" srcOrd="0" destOrd="0" presId="urn:microsoft.com/office/officeart/2018/2/layout/IconVerticalSolidList"/>
    <dgm:cxn modelId="{360FD61A-BE13-4E8A-9712-B67F64605E39}" type="presParOf" srcId="{5C2816F4-4285-4E93-ACBC-33E8CFDE812A}" destId="{09E3C6AA-60A2-4016-85CA-AFF30DFDEF8B}" srcOrd="1" destOrd="0" presId="urn:microsoft.com/office/officeart/2018/2/layout/IconVerticalSolidList"/>
    <dgm:cxn modelId="{98E782B5-0DCE-4A53-9EAA-637F4FAA2D54}" type="presParOf" srcId="{5C2816F4-4285-4E93-ACBC-33E8CFDE812A}" destId="{26ED1442-9E66-4F62-A509-A267446DB26C}" srcOrd="2" destOrd="0" presId="urn:microsoft.com/office/officeart/2018/2/layout/IconVerticalSolidList"/>
    <dgm:cxn modelId="{3C72D35F-87CC-4099-A74E-655D3EF1BE8C}" type="presParOf" srcId="{5C2816F4-4285-4E93-ACBC-33E8CFDE812A}" destId="{A18AAF1F-A4DA-4802-9C06-846B665AB549}" srcOrd="3" destOrd="0" presId="urn:microsoft.com/office/officeart/2018/2/layout/IconVerticalSolidList"/>
    <dgm:cxn modelId="{7A83C674-F243-4E0E-A859-D12714A98344}" type="presParOf" srcId="{39E364C8-DD85-4F3E-8728-238D9049F5DF}" destId="{FDF41330-83DB-4DE8-A5C0-5331647E1E7D}" srcOrd="3" destOrd="0" presId="urn:microsoft.com/office/officeart/2018/2/layout/IconVerticalSolidList"/>
    <dgm:cxn modelId="{6B983610-C3BA-409B-8012-9F8850C4A9D3}" type="presParOf" srcId="{39E364C8-DD85-4F3E-8728-238D9049F5DF}" destId="{A70817D6-931E-4677-A9CD-9A3C70522869}" srcOrd="4" destOrd="0" presId="urn:microsoft.com/office/officeart/2018/2/layout/IconVerticalSolidList"/>
    <dgm:cxn modelId="{3B1ED6C9-35A9-4009-B567-ABF49EDD913A}" type="presParOf" srcId="{A70817D6-931E-4677-A9CD-9A3C70522869}" destId="{073AF6FD-5B5A-4CAF-860A-8476B4E727CC}" srcOrd="0" destOrd="0" presId="urn:microsoft.com/office/officeart/2018/2/layout/IconVerticalSolidList"/>
    <dgm:cxn modelId="{A4235267-0D50-4799-BB19-B4FC9308146B}" type="presParOf" srcId="{A70817D6-931E-4677-A9CD-9A3C70522869}" destId="{DA3FE938-A9C7-4EE0-A81D-B31B45AD574D}" srcOrd="1" destOrd="0" presId="urn:microsoft.com/office/officeart/2018/2/layout/IconVerticalSolidList"/>
    <dgm:cxn modelId="{7E3DF1A0-AA0A-4446-844D-E3AB40229D50}" type="presParOf" srcId="{A70817D6-931E-4677-A9CD-9A3C70522869}" destId="{F4FA6FEC-2C65-4AE1-805F-95C475EA2E35}" srcOrd="2" destOrd="0" presId="urn:microsoft.com/office/officeart/2018/2/layout/IconVerticalSolidList"/>
    <dgm:cxn modelId="{6C999627-3FE5-4E29-A105-547A2BCF6B07}" type="presParOf" srcId="{A70817D6-931E-4677-A9CD-9A3C70522869}" destId="{EE408B29-E785-4B14-9800-1DA888B91469}"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988BF02-A0D0-4CF5-8215-463928BCCF8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A86C8D1-0BCC-481C-9558-7593E6EA4EBA}">
      <dgm:prSet/>
      <dgm:spPr/>
      <dgm:t>
        <a:bodyPr/>
        <a:lstStyle/>
        <a:p>
          <a:r>
            <a:rPr lang="en-US"/>
            <a:t>Confidential documents in the workplace should be treated with the same security as documents on your computer</a:t>
          </a:r>
        </a:p>
      </dgm:t>
    </dgm:pt>
    <dgm:pt modelId="{C79DC1E3-C7AB-4137-81C2-BF3D9190C4A6}" type="parTrans" cxnId="{DA28099A-F7C7-4B7D-85C3-E93D32C46745}">
      <dgm:prSet/>
      <dgm:spPr/>
      <dgm:t>
        <a:bodyPr/>
        <a:lstStyle/>
        <a:p>
          <a:endParaRPr lang="en-US"/>
        </a:p>
      </dgm:t>
    </dgm:pt>
    <dgm:pt modelId="{473199EF-D57E-4246-9A7E-48A7DB4D1D60}" type="sibTrans" cxnId="{DA28099A-F7C7-4B7D-85C3-E93D32C46745}">
      <dgm:prSet/>
      <dgm:spPr/>
      <dgm:t>
        <a:bodyPr/>
        <a:lstStyle/>
        <a:p>
          <a:endParaRPr lang="en-US"/>
        </a:p>
      </dgm:t>
    </dgm:pt>
    <dgm:pt modelId="{2F38F10F-6F4C-4895-945C-B349390FB2A0}">
      <dgm:prSet/>
      <dgm:spPr/>
      <dgm:t>
        <a:bodyPr/>
        <a:lstStyle/>
        <a:p>
          <a:r>
            <a:rPr lang="en-US"/>
            <a:t>Use secure shred bins for disposing of sensitive paper documents and electronic media</a:t>
          </a:r>
        </a:p>
      </dgm:t>
    </dgm:pt>
    <dgm:pt modelId="{F7040D84-5BB9-4852-BFFE-E32BCB1F2BFF}" type="parTrans" cxnId="{3882B694-3F8D-4274-896C-4F849321F276}">
      <dgm:prSet/>
      <dgm:spPr/>
      <dgm:t>
        <a:bodyPr/>
        <a:lstStyle/>
        <a:p>
          <a:endParaRPr lang="en-US"/>
        </a:p>
      </dgm:t>
    </dgm:pt>
    <dgm:pt modelId="{FCBD890E-91A9-4205-9E5A-16DB62F0A58F}" type="sibTrans" cxnId="{3882B694-3F8D-4274-896C-4F849321F276}">
      <dgm:prSet/>
      <dgm:spPr/>
      <dgm:t>
        <a:bodyPr/>
        <a:lstStyle/>
        <a:p>
          <a:endParaRPr lang="en-US"/>
        </a:p>
      </dgm:t>
    </dgm:pt>
    <dgm:pt modelId="{481B9DFE-E6E4-44C9-B289-B3F51776F902}">
      <dgm:prSet/>
      <dgm:spPr/>
      <dgm:t>
        <a:bodyPr/>
        <a:lstStyle/>
        <a:p>
          <a:r>
            <a:rPr lang="en-US"/>
            <a:t>Lock away confidential documents at the end of the work day or when they are unattended</a:t>
          </a:r>
        </a:p>
      </dgm:t>
    </dgm:pt>
    <dgm:pt modelId="{813803B5-81E9-401D-AC55-D81C3004332D}" type="parTrans" cxnId="{E53AA7E1-ECF3-4A9D-B799-78B1EBBC5EDC}">
      <dgm:prSet/>
      <dgm:spPr/>
      <dgm:t>
        <a:bodyPr/>
        <a:lstStyle/>
        <a:p>
          <a:endParaRPr lang="en-US"/>
        </a:p>
      </dgm:t>
    </dgm:pt>
    <dgm:pt modelId="{4C22D205-4276-4414-BE97-2E714BA320C4}" type="sibTrans" cxnId="{E53AA7E1-ECF3-4A9D-B799-78B1EBBC5EDC}">
      <dgm:prSet/>
      <dgm:spPr/>
      <dgm:t>
        <a:bodyPr/>
        <a:lstStyle/>
        <a:p>
          <a:endParaRPr lang="en-US"/>
        </a:p>
      </dgm:t>
    </dgm:pt>
    <dgm:pt modelId="{4ACD5F0A-050C-4635-B319-6669797E49DF}" type="pres">
      <dgm:prSet presAssocID="{5988BF02-A0D0-4CF5-8215-463928BCCF84}" presName="root" presStyleCnt="0">
        <dgm:presLayoutVars>
          <dgm:dir/>
          <dgm:resizeHandles val="exact"/>
        </dgm:presLayoutVars>
      </dgm:prSet>
      <dgm:spPr/>
    </dgm:pt>
    <dgm:pt modelId="{16596544-E213-4193-875A-317B9640EF56}" type="pres">
      <dgm:prSet presAssocID="{3A86C8D1-0BCC-481C-9558-7593E6EA4EBA}" presName="compNode" presStyleCnt="0"/>
      <dgm:spPr/>
    </dgm:pt>
    <dgm:pt modelId="{CFFA55AE-3776-4F2A-BCD3-C4A108468FF1}" type="pres">
      <dgm:prSet presAssocID="{3A86C8D1-0BCC-481C-9558-7593E6EA4EBA}" presName="bgRect" presStyleLbl="bgShp" presStyleIdx="0" presStyleCnt="3"/>
      <dgm:spPr/>
    </dgm:pt>
    <dgm:pt modelId="{D02E0D77-BC58-4067-B37F-1D5890D3BF4B}" type="pres">
      <dgm:prSet presAssocID="{3A86C8D1-0BCC-481C-9558-7593E6EA4EBA}"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cument"/>
        </a:ext>
      </dgm:extLst>
    </dgm:pt>
    <dgm:pt modelId="{A7A9A392-0AC7-4B92-AE30-9E6A20197A38}" type="pres">
      <dgm:prSet presAssocID="{3A86C8D1-0BCC-481C-9558-7593E6EA4EBA}" presName="spaceRect" presStyleCnt="0"/>
      <dgm:spPr/>
    </dgm:pt>
    <dgm:pt modelId="{D929ED25-C815-4EE9-B468-6985C0571E7A}" type="pres">
      <dgm:prSet presAssocID="{3A86C8D1-0BCC-481C-9558-7593E6EA4EBA}" presName="parTx" presStyleLbl="revTx" presStyleIdx="0" presStyleCnt="3">
        <dgm:presLayoutVars>
          <dgm:chMax val="0"/>
          <dgm:chPref val="0"/>
        </dgm:presLayoutVars>
      </dgm:prSet>
      <dgm:spPr/>
    </dgm:pt>
    <dgm:pt modelId="{C6BB7113-236B-40FB-A7B8-9554312D7998}" type="pres">
      <dgm:prSet presAssocID="{473199EF-D57E-4246-9A7E-48A7DB4D1D60}" presName="sibTrans" presStyleCnt="0"/>
      <dgm:spPr/>
    </dgm:pt>
    <dgm:pt modelId="{E676CD6E-A4FD-4E86-B5DE-F0150755B93D}" type="pres">
      <dgm:prSet presAssocID="{2F38F10F-6F4C-4895-945C-B349390FB2A0}" presName="compNode" presStyleCnt="0"/>
      <dgm:spPr/>
    </dgm:pt>
    <dgm:pt modelId="{9A978F0F-FA76-43BA-B5EE-E92441016A5F}" type="pres">
      <dgm:prSet presAssocID="{2F38F10F-6F4C-4895-945C-B349390FB2A0}" presName="bgRect" presStyleLbl="bgShp" presStyleIdx="1" presStyleCnt="3"/>
      <dgm:spPr/>
    </dgm:pt>
    <dgm:pt modelId="{3AC9C9F7-4657-4B23-BCED-AF18D5A5D3EF}" type="pres">
      <dgm:prSet presAssocID="{2F38F10F-6F4C-4895-945C-B349390FB2A0}"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hredder"/>
        </a:ext>
      </dgm:extLst>
    </dgm:pt>
    <dgm:pt modelId="{4561736F-D85F-4DD9-A0C4-24D63EBF5217}" type="pres">
      <dgm:prSet presAssocID="{2F38F10F-6F4C-4895-945C-B349390FB2A0}" presName="spaceRect" presStyleCnt="0"/>
      <dgm:spPr/>
    </dgm:pt>
    <dgm:pt modelId="{98E77BA5-36E4-4D5A-B611-70F8C265870B}" type="pres">
      <dgm:prSet presAssocID="{2F38F10F-6F4C-4895-945C-B349390FB2A0}" presName="parTx" presStyleLbl="revTx" presStyleIdx="1" presStyleCnt="3">
        <dgm:presLayoutVars>
          <dgm:chMax val="0"/>
          <dgm:chPref val="0"/>
        </dgm:presLayoutVars>
      </dgm:prSet>
      <dgm:spPr/>
    </dgm:pt>
    <dgm:pt modelId="{2384177B-A892-4AE8-B83F-22740AE24D68}" type="pres">
      <dgm:prSet presAssocID="{FCBD890E-91A9-4205-9E5A-16DB62F0A58F}" presName="sibTrans" presStyleCnt="0"/>
      <dgm:spPr/>
    </dgm:pt>
    <dgm:pt modelId="{2E875EFE-2A30-415F-9237-99B7FAB45958}" type="pres">
      <dgm:prSet presAssocID="{481B9DFE-E6E4-44C9-B289-B3F51776F902}" presName="compNode" presStyleCnt="0"/>
      <dgm:spPr/>
    </dgm:pt>
    <dgm:pt modelId="{3AFA38D0-8768-4311-8F26-D723530946DA}" type="pres">
      <dgm:prSet presAssocID="{481B9DFE-E6E4-44C9-B289-B3F51776F902}" presName="bgRect" presStyleLbl="bgShp" presStyleIdx="2" presStyleCnt="3"/>
      <dgm:spPr/>
    </dgm:pt>
    <dgm:pt modelId="{7A53BB06-6380-4234-8949-2695705C4EC2}" type="pres">
      <dgm:prSet presAssocID="{481B9DFE-E6E4-44C9-B289-B3F51776F90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C8A4CC3A-B2A3-4B33-85D7-018FA078064C}" type="pres">
      <dgm:prSet presAssocID="{481B9DFE-E6E4-44C9-B289-B3F51776F902}" presName="spaceRect" presStyleCnt="0"/>
      <dgm:spPr/>
    </dgm:pt>
    <dgm:pt modelId="{AA292773-7DAA-465F-8D5E-0EBF57090DC3}" type="pres">
      <dgm:prSet presAssocID="{481B9DFE-E6E4-44C9-B289-B3F51776F902}" presName="parTx" presStyleLbl="revTx" presStyleIdx="2" presStyleCnt="3">
        <dgm:presLayoutVars>
          <dgm:chMax val="0"/>
          <dgm:chPref val="0"/>
        </dgm:presLayoutVars>
      </dgm:prSet>
      <dgm:spPr/>
    </dgm:pt>
  </dgm:ptLst>
  <dgm:cxnLst>
    <dgm:cxn modelId="{44729308-4E67-4E89-A779-1CF7143BC85D}" type="presOf" srcId="{481B9DFE-E6E4-44C9-B289-B3F51776F902}" destId="{AA292773-7DAA-465F-8D5E-0EBF57090DC3}" srcOrd="0" destOrd="0" presId="urn:microsoft.com/office/officeart/2018/2/layout/IconVerticalSolidList"/>
    <dgm:cxn modelId="{3882B694-3F8D-4274-896C-4F849321F276}" srcId="{5988BF02-A0D0-4CF5-8215-463928BCCF84}" destId="{2F38F10F-6F4C-4895-945C-B349390FB2A0}" srcOrd="1" destOrd="0" parTransId="{F7040D84-5BB9-4852-BFFE-E32BCB1F2BFF}" sibTransId="{FCBD890E-91A9-4205-9E5A-16DB62F0A58F}"/>
    <dgm:cxn modelId="{C6F7BD96-C77D-4EB5-91DE-AE964B7492DE}" type="presOf" srcId="{3A86C8D1-0BCC-481C-9558-7593E6EA4EBA}" destId="{D929ED25-C815-4EE9-B468-6985C0571E7A}" srcOrd="0" destOrd="0" presId="urn:microsoft.com/office/officeart/2018/2/layout/IconVerticalSolidList"/>
    <dgm:cxn modelId="{DA28099A-F7C7-4B7D-85C3-E93D32C46745}" srcId="{5988BF02-A0D0-4CF5-8215-463928BCCF84}" destId="{3A86C8D1-0BCC-481C-9558-7593E6EA4EBA}" srcOrd="0" destOrd="0" parTransId="{C79DC1E3-C7AB-4137-81C2-BF3D9190C4A6}" sibTransId="{473199EF-D57E-4246-9A7E-48A7DB4D1D60}"/>
    <dgm:cxn modelId="{C7B699A3-FAD0-4DAC-BE9D-577D9698FF87}" type="presOf" srcId="{2F38F10F-6F4C-4895-945C-B349390FB2A0}" destId="{98E77BA5-36E4-4D5A-B611-70F8C265870B}" srcOrd="0" destOrd="0" presId="urn:microsoft.com/office/officeart/2018/2/layout/IconVerticalSolidList"/>
    <dgm:cxn modelId="{A9F6CBCE-BAA9-4AB3-A8AB-CE957496C146}" type="presOf" srcId="{5988BF02-A0D0-4CF5-8215-463928BCCF84}" destId="{4ACD5F0A-050C-4635-B319-6669797E49DF}" srcOrd="0" destOrd="0" presId="urn:microsoft.com/office/officeart/2018/2/layout/IconVerticalSolidList"/>
    <dgm:cxn modelId="{E53AA7E1-ECF3-4A9D-B799-78B1EBBC5EDC}" srcId="{5988BF02-A0D0-4CF5-8215-463928BCCF84}" destId="{481B9DFE-E6E4-44C9-B289-B3F51776F902}" srcOrd="2" destOrd="0" parTransId="{813803B5-81E9-401D-AC55-D81C3004332D}" sibTransId="{4C22D205-4276-4414-BE97-2E714BA320C4}"/>
    <dgm:cxn modelId="{5171DE47-9DC3-4041-A890-840720B17DD0}" type="presParOf" srcId="{4ACD5F0A-050C-4635-B319-6669797E49DF}" destId="{16596544-E213-4193-875A-317B9640EF56}" srcOrd="0" destOrd="0" presId="urn:microsoft.com/office/officeart/2018/2/layout/IconVerticalSolidList"/>
    <dgm:cxn modelId="{9FE49D4D-F697-4F73-9CB1-4FE993D6014B}" type="presParOf" srcId="{16596544-E213-4193-875A-317B9640EF56}" destId="{CFFA55AE-3776-4F2A-BCD3-C4A108468FF1}" srcOrd="0" destOrd="0" presId="urn:microsoft.com/office/officeart/2018/2/layout/IconVerticalSolidList"/>
    <dgm:cxn modelId="{97283534-AF20-444A-9621-972F86D50CD6}" type="presParOf" srcId="{16596544-E213-4193-875A-317B9640EF56}" destId="{D02E0D77-BC58-4067-B37F-1D5890D3BF4B}" srcOrd="1" destOrd="0" presId="urn:microsoft.com/office/officeart/2018/2/layout/IconVerticalSolidList"/>
    <dgm:cxn modelId="{B6F5EC1D-DC31-43B8-BA5F-20A1446EB96C}" type="presParOf" srcId="{16596544-E213-4193-875A-317B9640EF56}" destId="{A7A9A392-0AC7-4B92-AE30-9E6A20197A38}" srcOrd="2" destOrd="0" presId="urn:microsoft.com/office/officeart/2018/2/layout/IconVerticalSolidList"/>
    <dgm:cxn modelId="{7470AF17-A185-43BF-A684-3783612ED070}" type="presParOf" srcId="{16596544-E213-4193-875A-317B9640EF56}" destId="{D929ED25-C815-4EE9-B468-6985C0571E7A}" srcOrd="3" destOrd="0" presId="urn:microsoft.com/office/officeart/2018/2/layout/IconVerticalSolidList"/>
    <dgm:cxn modelId="{D6FDFC58-975C-443B-AA00-D2B777DFA700}" type="presParOf" srcId="{4ACD5F0A-050C-4635-B319-6669797E49DF}" destId="{C6BB7113-236B-40FB-A7B8-9554312D7998}" srcOrd="1" destOrd="0" presId="urn:microsoft.com/office/officeart/2018/2/layout/IconVerticalSolidList"/>
    <dgm:cxn modelId="{07049B59-0CA1-4ADF-B0E3-BEB609E715D3}" type="presParOf" srcId="{4ACD5F0A-050C-4635-B319-6669797E49DF}" destId="{E676CD6E-A4FD-4E86-B5DE-F0150755B93D}" srcOrd="2" destOrd="0" presId="urn:microsoft.com/office/officeart/2018/2/layout/IconVerticalSolidList"/>
    <dgm:cxn modelId="{EF992854-E094-4DF4-8A05-73580C7A4376}" type="presParOf" srcId="{E676CD6E-A4FD-4E86-B5DE-F0150755B93D}" destId="{9A978F0F-FA76-43BA-B5EE-E92441016A5F}" srcOrd="0" destOrd="0" presId="urn:microsoft.com/office/officeart/2018/2/layout/IconVerticalSolidList"/>
    <dgm:cxn modelId="{0A7DEC35-C2BA-44D9-AA59-7380F02E0CE5}" type="presParOf" srcId="{E676CD6E-A4FD-4E86-B5DE-F0150755B93D}" destId="{3AC9C9F7-4657-4B23-BCED-AF18D5A5D3EF}" srcOrd="1" destOrd="0" presId="urn:microsoft.com/office/officeart/2018/2/layout/IconVerticalSolidList"/>
    <dgm:cxn modelId="{DA3D97F6-7342-48C8-89C2-418B2EAB1646}" type="presParOf" srcId="{E676CD6E-A4FD-4E86-B5DE-F0150755B93D}" destId="{4561736F-D85F-4DD9-A0C4-24D63EBF5217}" srcOrd="2" destOrd="0" presId="urn:microsoft.com/office/officeart/2018/2/layout/IconVerticalSolidList"/>
    <dgm:cxn modelId="{693D09CB-0946-4FAC-9B01-9EE2BC3484EC}" type="presParOf" srcId="{E676CD6E-A4FD-4E86-B5DE-F0150755B93D}" destId="{98E77BA5-36E4-4D5A-B611-70F8C265870B}" srcOrd="3" destOrd="0" presId="urn:microsoft.com/office/officeart/2018/2/layout/IconVerticalSolidList"/>
    <dgm:cxn modelId="{1854DB84-926A-407A-9AAE-60F57CDCAF12}" type="presParOf" srcId="{4ACD5F0A-050C-4635-B319-6669797E49DF}" destId="{2384177B-A892-4AE8-B83F-22740AE24D68}" srcOrd="3" destOrd="0" presId="urn:microsoft.com/office/officeart/2018/2/layout/IconVerticalSolidList"/>
    <dgm:cxn modelId="{586128C8-96B0-4A22-A10E-4CBCFE3449A6}" type="presParOf" srcId="{4ACD5F0A-050C-4635-B319-6669797E49DF}" destId="{2E875EFE-2A30-415F-9237-99B7FAB45958}" srcOrd="4" destOrd="0" presId="urn:microsoft.com/office/officeart/2018/2/layout/IconVerticalSolidList"/>
    <dgm:cxn modelId="{26C1826B-81E0-4050-BACA-6E7D9CF51259}" type="presParOf" srcId="{2E875EFE-2A30-415F-9237-99B7FAB45958}" destId="{3AFA38D0-8768-4311-8F26-D723530946DA}" srcOrd="0" destOrd="0" presId="urn:microsoft.com/office/officeart/2018/2/layout/IconVerticalSolidList"/>
    <dgm:cxn modelId="{A5509530-D77D-47D8-A09A-592E3D0A4292}" type="presParOf" srcId="{2E875EFE-2A30-415F-9237-99B7FAB45958}" destId="{7A53BB06-6380-4234-8949-2695705C4EC2}" srcOrd="1" destOrd="0" presId="urn:microsoft.com/office/officeart/2018/2/layout/IconVerticalSolidList"/>
    <dgm:cxn modelId="{651C606A-A3F9-44BD-8D2C-E724A25BF8BE}" type="presParOf" srcId="{2E875EFE-2A30-415F-9237-99B7FAB45958}" destId="{C8A4CC3A-B2A3-4B33-85D7-018FA078064C}" srcOrd="2" destOrd="0" presId="urn:microsoft.com/office/officeart/2018/2/layout/IconVerticalSolidList"/>
    <dgm:cxn modelId="{F776DBB4-E449-4B5F-9D2F-BE41D2547801}" type="presParOf" srcId="{2E875EFE-2A30-415F-9237-99B7FAB45958}" destId="{AA292773-7DAA-465F-8D5E-0EBF57090DC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78C1098-CF78-4FA0-B1F7-E90B8F9FAF2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45C6558-FA05-4A5C-94DB-9D89D719B423}">
      <dgm:prSet/>
      <dgm:spPr/>
      <dgm:t>
        <a:bodyPr/>
        <a:lstStyle/>
        <a:p>
          <a:pPr>
            <a:lnSpc>
              <a:spcPct val="100000"/>
            </a:lnSpc>
          </a:pPr>
          <a:r>
            <a:rPr lang="en-US"/>
            <a:t>Have a policy in place for visitors (Check-in system, visitor badge, etc)</a:t>
          </a:r>
        </a:p>
      </dgm:t>
    </dgm:pt>
    <dgm:pt modelId="{40F377A2-B519-43D6-9C19-185E312E8279}" type="parTrans" cxnId="{6A4875E8-2FD8-47AB-97A2-B97F6F53726B}">
      <dgm:prSet/>
      <dgm:spPr/>
      <dgm:t>
        <a:bodyPr/>
        <a:lstStyle/>
        <a:p>
          <a:endParaRPr lang="en-US"/>
        </a:p>
      </dgm:t>
    </dgm:pt>
    <dgm:pt modelId="{3BC1C8A1-C22E-4FAF-A3EC-5BC4AF08AB46}" type="sibTrans" cxnId="{6A4875E8-2FD8-47AB-97A2-B97F6F53726B}">
      <dgm:prSet/>
      <dgm:spPr/>
      <dgm:t>
        <a:bodyPr/>
        <a:lstStyle/>
        <a:p>
          <a:endParaRPr lang="en-US"/>
        </a:p>
      </dgm:t>
    </dgm:pt>
    <dgm:pt modelId="{A3EC365F-A29F-4C75-B795-A474078D0ADC}">
      <dgm:prSet/>
      <dgm:spPr/>
      <dgm:t>
        <a:bodyPr/>
        <a:lstStyle/>
        <a:p>
          <a:pPr>
            <a:lnSpc>
              <a:spcPct val="100000"/>
            </a:lnSpc>
          </a:pPr>
          <a:r>
            <a:rPr lang="en-US"/>
            <a:t>Don’t be afraid to ask who someone is and why they are there.  </a:t>
          </a:r>
        </a:p>
      </dgm:t>
    </dgm:pt>
    <dgm:pt modelId="{A899C6C6-3BE4-4ACC-8D25-1EA2536DFFA3}" type="parTrans" cxnId="{9C303BBB-4B30-4973-841E-9FD94FC241C5}">
      <dgm:prSet/>
      <dgm:spPr/>
      <dgm:t>
        <a:bodyPr/>
        <a:lstStyle/>
        <a:p>
          <a:endParaRPr lang="en-US"/>
        </a:p>
      </dgm:t>
    </dgm:pt>
    <dgm:pt modelId="{5D6A15EE-7EB4-4307-AA17-EC2DFFF1CE7B}" type="sibTrans" cxnId="{9C303BBB-4B30-4973-841E-9FD94FC241C5}">
      <dgm:prSet/>
      <dgm:spPr/>
      <dgm:t>
        <a:bodyPr/>
        <a:lstStyle/>
        <a:p>
          <a:endParaRPr lang="en-US"/>
        </a:p>
      </dgm:t>
    </dgm:pt>
    <dgm:pt modelId="{5B2263F9-1A13-47E7-9784-BD059D50FD36}" type="pres">
      <dgm:prSet presAssocID="{878C1098-CF78-4FA0-B1F7-E90B8F9FAF24}" presName="root" presStyleCnt="0">
        <dgm:presLayoutVars>
          <dgm:dir/>
          <dgm:resizeHandles val="exact"/>
        </dgm:presLayoutVars>
      </dgm:prSet>
      <dgm:spPr/>
    </dgm:pt>
    <dgm:pt modelId="{037EECC9-E86E-4FE6-8153-E5CA73DA247A}" type="pres">
      <dgm:prSet presAssocID="{445C6558-FA05-4A5C-94DB-9D89D719B423}" presName="compNode" presStyleCnt="0"/>
      <dgm:spPr/>
    </dgm:pt>
    <dgm:pt modelId="{19D7FC76-1204-4E4C-A6A5-6D290C0F1E1D}" type="pres">
      <dgm:prSet presAssocID="{445C6558-FA05-4A5C-94DB-9D89D719B423}" presName="bgRect" presStyleLbl="bgShp" presStyleIdx="0" presStyleCnt="2"/>
      <dgm:spPr/>
    </dgm:pt>
    <dgm:pt modelId="{0A90C5B1-BA97-44E1-A50F-0E2E1AE8BC71}" type="pres">
      <dgm:prSet presAssocID="{445C6558-FA05-4A5C-94DB-9D89D719B42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BB794E9D-1F61-459C-BFB2-DEB06E2DD131}" type="pres">
      <dgm:prSet presAssocID="{445C6558-FA05-4A5C-94DB-9D89D719B423}" presName="spaceRect" presStyleCnt="0"/>
      <dgm:spPr/>
    </dgm:pt>
    <dgm:pt modelId="{1C72996F-4A17-42A7-82CA-90F8E67FCDC1}" type="pres">
      <dgm:prSet presAssocID="{445C6558-FA05-4A5C-94DB-9D89D719B423}" presName="parTx" presStyleLbl="revTx" presStyleIdx="0" presStyleCnt="2">
        <dgm:presLayoutVars>
          <dgm:chMax val="0"/>
          <dgm:chPref val="0"/>
        </dgm:presLayoutVars>
      </dgm:prSet>
      <dgm:spPr/>
    </dgm:pt>
    <dgm:pt modelId="{11BE4A21-0088-4AB8-B066-1A128BE3BB23}" type="pres">
      <dgm:prSet presAssocID="{3BC1C8A1-C22E-4FAF-A3EC-5BC4AF08AB46}" presName="sibTrans" presStyleCnt="0"/>
      <dgm:spPr/>
    </dgm:pt>
    <dgm:pt modelId="{69E1D8E6-A2AF-4D08-A3AC-09FCA241F618}" type="pres">
      <dgm:prSet presAssocID="{A3EC365F-A29F-4C75-B795-A474078D0ADC}" presName="compNode" presStyleCnt="0"/>
      <dgm:spPr/>
    </dgm:pt>
    <dgm:pt modelId="{E06D287F-0371-42D5-A127-25436E94DDA6}" type="pres">
      <dgm:prSet presAssocID="{A3EC365F-A29F-4C75-B795-A474078D0ADC}" presName="bgRect" presStyleLbl="bgShp" presStyleIdx="1" presStyleCnt="2"/>
      <dgm:spPr/>
    </dgm:pt>
    <dgm:pt modelId="{034400DE-8D96-4D64-A539-A1B8E41328A6}" type="pres">
      <dgm:prSet presAssocID="{A3EC365F-A29F-4C75-B795-A474078D0AD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fused Person"/>
        </a:ext>
      </dgm:extLst>
    </dgm:pt>
    <dgm:pt modelId="{701EEF3D-5110-4499-87C7-44ED3173DFE3}" type="pres">
      <dgm:prSet presAssocID="{A3EC365F-A29F-4C75-B795-A474078D0ADC}" presName="spaceRect" presStyleCnt="0"/>
      <dgm:spPr/>
    </dgm:pt>
    <dgm:pt modelId="{22A19F51-D21A-4E3E-81E1-AD1CEDE78FA9}" type="pres">
      <dgm:prSet presAssocID="{A3EC365F-A29F-4C75-B795-A474078D0ADC}" presName="parTx" presStyleLbl="revTx" presStyleIdx="1" presStyleCnt="2">
        <dgm:presLayoutVars>
          <dgm:chMax val="0"/>
          <dgm:chPref val="0"/>
        </dgm:presLayoutVars>
      </dgm:prSet>
      <dgm:spPr/>
    </dgm:pt>
  </dgm:ptLst>
  <dgm:cxnLst>
    <dgm:cxn modelId="{DBFD8925-D172-4C7A-A929-A97F46557305}" type="presOf" srcId="{A3EC365F-A29F-4C75-B795-A474078D0ADC}" destId="{22A19F51-D21A-4E3E-81E1-AD1CEDE78FA9}" srcOrd="0" destOrd="0" presId="urn:microsoft.com/office/officeart/2018/2/layout/IconVerticalSolidList"/>
    <dgm:cxn modelId="{F29F6FAF-31B0-47E7-9763-7C7BD0FFEDC5}" type="presOf" srcId="{878C1098-CF78-4FA0-B1F7-E90B8F9FAF24}" destId="{5B2263F9-1A13-47E7-9784-BD059D50FD36}" srcOrd="0" destOrd="0" presId="urn:microsoft.com/office/officeart/2018/2/layout/IconVerticalSolidList"/>
    <dgm:cxn modelId="{9C303BBB-4B30-4973-841E-9FD94FC241C5}" srcId="{878C1098-CF78-4FA0-B1F7-E90B8F9FAF24}" destId="{A3EC365F-A29F-4C75-B795-A474078D0ADC}" srcOrd="1" destOrd="0" parTransId="{A899C6C6-3BE4-4ACC-8D25-1EA2536DFFA3}" sibTransId="{5D6A15EE-7EB4-4307-AA17-EC2DFFF1CE7B}"/>
    <dgm:cxn modelId="{6A4875E8-2FD8-47AB-97A2-B97F6F53726B}" srcId="{878C1098-CF78-4FA0-B1F7-E90B8F9FAF24}" destId="{445C6558-FA05-4A5C-94DB-9D89D719B423}" srcOrd="0" destOrd="0" parTransId="{40F377A2-B519-43D6-9C19-185E312E8279}" sibTransId="{3BC1C8A1-C22E-4FAF-A3EC-5BC4AF08AB46}"/>
    <dgm:cxn modelId="{9F7F96FE-9259-41E7-9084-77D2A48FD4BB}" type="presOf" srcId="{445C6558-FA05-4A5C-94DB-9D89D719B423}" destId="{1C72996F-4A17-42A7-82CA-90F8E67FCDC1}" srcOrd="0" destOrd="0" presId="urn:microsoft.com/office/officeart/2018/2/layout/IconVerticalSolidList"/>
    <dgm:cxn modelId="{865FB629-AC6B-4AF9-80AE-81FDDD9D5F7F}" type="presParOf" srcId="{5B2263F9-1A13-47E7-9784-BD059D50FD36}" destId="{037EECC9-E86E-4FE6-8153-E5CA73DA247A}" srcOrd="0" destOrd="0" presId="urn:microsoft.com/office/officeart/2018/2/layout/IconVerticalSolidList"/>
    <dgm:cxn modelId="{75EC8F97-B67F-4E75-B2D8-5F6192CD0EBE}" type="presParOf" srcId="{037EECC9-E86E-4FE6-8153-E5CA73DA247A}" destId="{19D7FC76-1204-4E4C-A6A5-6D290C0F1E1D}" srcOrd="0" destOrd="0" presId="urn:microsoft.com/office/officeart/2018/2/layout/IconVerticalSolidList"/>
    <dgm:cxn modelId="{039ABB23-0136-4875-BA12-90BCE638EB6E}" type="presParOf" srcId="{037EECC9-E86E-4FE6-8153-E5CA73DA247A}" destId="{0A90C5B1-BA97-44E1-A50F-0E2E1AE8BC71}" srcOrd="1" destOrd="0" presId="urn:microsoft.com/office/officeart/2018/2/layout/IconVerticalSolidList"/>
    <dgm:cxn modelId="{D2900EE6-4E57-4EA1-A453-723B4B1A9800}" type="presParOf" srcId="{037EECC9-E86E-4FE6-8153-E5CA73DA247A}" destId="{BB794E9D-1F61-459C-BFB2-DEB06E2DD131}" srcOrd="2" destOrd="0" presId="urn:microsoft.com/office/officeart/2018/2/layout/IconVerticalSolidList"/>
    <dgm:cxn modelId="{1E71741A-00D2-4AFC-98BB-00F1BE4E2538}" type="presParOf" srcId="{037EECC9-E86E-4FE6-8153-E5CA73DA247A}" destId="{1C72996F-4A17-42A7-82CA-90F8E67FCDC1}" srcOrd="3" destOrd="0" presId="urn:microsoft.com/office/officeart/2018/2/layout/IconVerticalSolidList"/>
    <dgm:cxn modelId="{836F3B6F-FAEB-45C0-A051-5FA227083FAA}" type="presParOf" srcId="{5B2263F9-1A13-47E7-9784-BD059D50FD36}" destId="{11BE4A21-0088-4AB8-B066-1A128BE3BB23}" srcOrd="1" destOrd="0" presId="urn:microsoft.com/office/officeart/2018/2/layout/IconVerticalSolidList"/>
    <dgm:cxn modelId="{B559CE7F-3496-4524-8B79-5FD884575246}" type="presParOf" srcId="{5B2263F9-1A13-47E7-9784-BD059D50FD36}" destId="{69E1D8E6-A2AF-4D08-A3AC-09FCA241F618}" srcOrd="2" destOrd="0" presId="urn:microsoft.com/office/officeart/2018/2/layout/IconVerticalSolidList"/>
    <dgm:cxn modelId="{7A53FA3A-39CC-40C1-8A55-7FD668B16A86}" type="presParOf" srcId="{69E1D8E6-A2AF-4D08-A3AC-09FCA241F618}" destId="{E06D287F-0371-42D5-A127-25436E94DDA6}" srcOrd="0" destOrd="0" presId="urn:microsoft.com/office/officeart/2018/2/layout/IconVerticalSolidList"/>
    <dgm:cxn modelId="{E8668E44-9A28-4061-98DB-74F795650FE8}" type="presParOf" srcId="{69E1D8E6-A2AF-4D08-A3AC-09FCA241F618}" destId="{034400DE-8D96-4D64-A539-A1B8E41328A6}" srcOrd="1" destOrd="0" presId="urn:microsoft.com/office/officeart/2018/2/layout/IconVerticalSolidList"/>
    <dgm:cxn modelId="{C74BD0EB-94F2-47CB-A23A-1CBA3D589796}" type="presParOf" srcId="{69E1D8E6-A2AF-4D08-A3AC-09FCA241F618}" destId="{701EEF3D-5110-4499-87C7-44ED3173DFE3}" srcOrd="2" destOrd="0" presId="urn:microsoft.com/office/officeart/2018/2/layout/IconVerticalSolidList"/>
    <dgm:cxn modelId="{BF6D3832-B2F7-485B-A65C-68C001F3E1A6}" type="presParOf" srcId="{69E1D8E6-A2AF-4D08-A3AC-09FCA241F618}" destId="{22A19F51-D21A-4E3E-81E1-AD1CEDE78F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C75C87A-7D8F-4E7E-91A1-20210A4582D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25A1C0A-70A9-4C85-B6C1-DF32BEDD5273}">
      <dgm:prSet/>
      <dgm:spPr/>
      <dgm:t>
        <a:bodyPr/>
        <a:lstStyle/>
        <a:p>
          <a:r>
            <a:rPr lang="en-US" dirty="0"/>
            <a:t>Curiosity, espionage, and competitive advantage can give an incentive to shoulder surf</a:t>
          </a:r>
        </a:p>
      </dgm:t>
    </dgm:pt>
    <dgm:pt modelId="{CCFB6DBD-5903-4553-9491-4A92BED60931}" type="parTrans" cxnId="{541B4F65-D95E-4088-9C64-6700A7CF9A4E}">
      <dgm:prSet/>
      <dgm:spPr/>
      <dgm:t>
        <a:bodyPr/>
        <a:lstStyle/>
        <a:p>
          <a:endParaRPr lang="en-US"/>
        </a:p>
      </dgm:t>
    </dgm:pt>
    <dgm:pt modelId="{A9DAEDAE-5115-4EDA-BD95-B7625A3E9C0B}" type="sibTrans" cxnId="{541B4F65-D95E-4088-9C64-6700A7CF9A4E}">
      <dgm:prSet/>
      <dgm:spPr/>
      <dgm:t>
        <a:bodyPr/>
        <a:lstStyle/>
        <a:p>
          <a:endParaRPr lang="en-US"/>
        </a:p>
      </dgm:t>
    </dgm:pt>
    <dgm:pt modelId="{90E9364B-F178-429F-A25F-36058A4EEAF3}">
      <dgm:prSet/>
      <dgm:spPr/>
      <dgm:t>
        <a:bodyPr/>
        <a:lstStyle/>
        <a:p>
          <a:r>
            <a:rPr lang="en-US" dirty="0"/>
            <a:t>Don’t view potentially sensitive information in public areas (Airports, Coffee Shops, Flights)</a:t>
          </a:r>
        </a:p>
      </dgm:t>
    </dgm:pt>
    <dgm:pt modelId="{80CED6D2-8F8E-4BAA-88DB-126360532B94}" type="parTrans" cxnId="{28487ACA-2FF4-4FB8-829F-25DCE8F14219}">
      <dgm:prSet/>
      <dgm:spPr/>
      <dgm:t>
        <a:bodyPr/>
        <a:lstStyle/>
        <a:p>
          <a:endParaRPr lang="en-US"/>
        </a:p>
      </dgm:t>
    </dgm:pt>
    <dgm:pt modelId="{E1DAD15D-A650-4F6A-BE71-18686AB4B511}" type="sibTrans" cxnId="{28487ACA-2FF4-4FB8-829F-25DCE8F14219}">
      <dgm:prSet/>
      <dgm:spPr/>
      <dgm:t>
        <a:bodyPr/>
        <a:lstStyle/>
        <a:p>
          <a:endParaRPr lang="en-US"/>
        </a:p>
      </dgm:t>
    </dgm:pt>
    <dgm:pt modelId="{D305E478-6174-4412-8AB7-A91DCA86CB39}">
      <dgm:prSet/>
      <dgm:spPr/>
      <dgm:t>
        <a:bodyPr/>
        <a:lstStyle/>
        <a:p>
          <a:r>
            <a:rPr lang="en-US"/>
            <a:t>Invest in a privacy filter if you are constantly working with sensitive information</a:t>
          </a:r>
        </a:p>
      </dgm:t>
    </dgm:pt>
    <dgm:pt modelId="{B83164F5-9F4C-43CF-A8FF-A220543731D7}" type="parTrans" cxnId="{4CDFAE44-7924-4668-AB4E-4176D23C4935}">
      <dgm:prSet/>
      <dgm:spPr/>
      <dgm:t>
        <a:bodyPr/>
        <a:lstStyle/>
        <a:p>
          <a:endParaRPr lang="en-US"/>
        </a:p>
      </dgm:t>
    </dgm:pt>
    <dgm:pt modelId="{BCE3553D-82C2-4A0A-B6F0-5F139533D0FA}" type="sibTrans" cxnId="{4CDFAE44-7924-4668-AB4E-4176D23C4935}">
      <dgm:prSet/>
      <dgm:spPr/>
      <dgm:t>
        <a:bodyPr/>
        <a:lstStyle/>
        <a:p>
          <a:endParaRPr lang="en-US"/>
        </a:p>
      </dgm:t>
    </dgm:pt>
    <dgm:pt modelId="{D2D13F75-8615-4450-97F1-29C457D6DA68}" type="pres">
      <dgm:prSet presAssocID="{FC75C87A-7D8F-4E7E-91A1-20210A4582DF}" presName="root" presStyleCnt="0">
        <dgm:presLayoutVars>
          <dgm:dir/>
          <dgm:resizeHandles val="exact"/>
        </dgm:presLayoutVars>
      </dgm:prSet>
      <dgm:spPr/>
    </dgm:pt>
    <dgm:pt modelId="{7B022A08-3440-4F63-8CB3-A9D811B3835C}" type="pres">
      <dgm:prSet presAssocID="{525A1C0A-70A9-4C85-B6C1-DF32BEDD5273}" presName="compNode" presStyleCnt="0"/>
      <dgm:spPr/>
    </dgm:pt>
    <dgm:pt modelId="{60BC8EA2-F0C3-423A-B9D2-293A6D75F728}" type="pres">
      <dgm:prSet presAssocID="{525A1C0A-70A9-4C85-B6C1-DF32BEDD5273}" presName="bgRect" presStyleLbl="bgShp" presStyleIdx="0" presStyleCnt="3"/>
      <dgm:spPr/>
    </dgm:pt>
    <dgm:pt modelId="{75A8A6EC-F054-4300-A860-A2CA0D7ED99B}" type="pres">
      <dgm:prSet presAssocID="{525A1C0A-70A9-4C85-B6C1-DF32BEDD5273}"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Eye"/>
        </a:ext>
      </dgm:extLst>
    </dgm:pt>
    <dgm:pt modelId="{D38FD2BA-1B9A-4CBA-B2ED-95F0B8955406}" type="pres">
      <dgm:prSet presAssocID="{525A1C0A-70A9-4C85-B6C1-DF32BEDD5273}" presName="spaceRect" presStyleCnt="0"/>
      <dgm:spPr/>
    </dgm:pt>
    <dgm:pt modelId="{64DA31C9-2511-4938-B6A2-3FCB5CF3417F}" type="pres">
      <dgm:prSet presAssocID="{525A1C0A-70A9-4C85-B6C1-DF32BEDD5273}" presName="parTx" presStyleLbl="revTx" presStyleIdx="0" presStyleCnt="3">
        <dgm:presLayoutVars>
          <dgm:chMax val="0"/>
          <dgm:chPref val="0"/>
        </dgm:presLayoutVars>
      </dgm:prSet>
      <dgm:spPr/>
    </dgm:pt>
    <dgm:pt modelId="{C35CAF10-8E00-4744-967F-3FFF00939CE6}" type="pres">
      <dgm:prSet presAssocID="{A9DAEDAE-5115-4EDA-BD95-B7625A3E9C0B}" presName="sibTrans" presStyleCnt="0"/>
      <dgm:spPr/>
    </dgm:pt>
    <dgm:pt modelId="{EC73AD7D-5979-4F5A-9188-B36C74F7FFF2}" type="pres">
      <dgm:prSet presAssocID="{90E9364B-F178-429F-A25F-36058A4EEAF3}" presName="compNode" presStyleCnt="0"/>
      <dgm:spPr/>
    </dgm:pt>
    <dgm:pt modelId="{0CA17FD2-79BF-48C5-8B3C-AC1FC30F14F0}" type="pres">
      <dgm:prSet presAssocID="{90E9364B-F178-429F-A25F-36058A4EEAF3}" presName="bgRect" presStyleLbl="bgShp" presStyleIdx="1" presStyleCnt="3"/>
      <dgm:spPr/>
    </dgm:pt>
    <dgm:pt modelId="{6A6E7CA7-BAD9-4F60-8C5A-96FE35879FDA}" type="pres">
      <dgm:prSet presAssocID="{90E9364B-F178-429F-A25F-36058A4EEAF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irplane"/>
        </a:ext>
      </dgm:extLst>
    </dgm:pt>
    <dgm:pt modelId="{FD5DCCE1-1DA1-4686-8D61-32E0BC28C255}" type="pres">
      <dgm:prSet presAssocID="{90E9364B-F178-429F-A25F-36058A4EEAF3}" presName="spaceRect" presStyleCnt="0"/>
      <dgm:spPr/>
    </dgm:pt>
    <dgm:pt modelId="{C335FE2C-D22A-421F-AA28-B246C35378FA}" type="pres">
      <dgm:prSet presAssocID="{90E9364B-F178-429F-A25F-36058A4EEAF3}" presName="parTx" presStyleLbl="revTx" presStyleIdx="1" presStyleCnt="3">
        <dgm:presLayoutVars>
          <dgm:chMax val="0"/>
          <dgm:chPref val="0"/>
        </dgm:presLayoutVars>
      </dgm:prSet>
      <dgm:spPr/>
    </dgm:pt>
    <dgm:pt modelId="{4748BC9F-6B5F-4D46-B5C1-7A72D109802A}" type="pres">
      <dgm:prSet presAssocID="{E1DAD15D-A650-4F6A-BE71-18686AB4B511}" presName="sibTrans" presStyleCnt="0"/>
      <dgm:spPr/>
    </dgm:pt>
    <dgm:pt modelId="{821E2EC3-B582-45A8-8531-7FE21C012BA5}" type="pres">
      <dgm:prSet presAssocID="{D305E478-6174-4412-8AB7-A91DCA86CB39}" presName="compNode" presStyleCnt="0"/>
      <dgm:spPr/>
    </dgm:pt>
    <dgm:pt modelId="{6B10D1B1-9443-4B42-9E26-C2641B2A66D0}" type="pres">
      <dgm:prSet presAssocID="{D305E478-6174-4412-8AB7-A91DCA86CB39}" presName="bgRect" presStyleLbl="bgShp" presStyleIdx="2" presStyleCnt="3"/>
      <dgm:spPr/>
    </dgm:pt>
    <dgm:pt modelId="{B024A9AB-88F0-4982-A189-84D2B4264C31}" type="pres">
      <dgm:prSet presAssocID="{D305E478-6174-4412-8AB7-A91DCA86CB3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301AA476-5C8A-42B7-837E-BCE956E1BE75}" type="pres">
      <dgm:prSet presAssocID="{D305E478-6174-4412-8AB7-A91DCA86CB39}" presName="spaceRect" presStyleCnt="0"/>
      <dgm:spPr/>
    </dgm:pt>
    <dgm:pt modelId="{D1D41006-7A91-4D22-8C7F-941B22ED9DE7}" type="pres">
      <dgm:prSet presAssocID="{D305E478-6174-4412-8AB7-A91DCA86CB39}" presName="parTx" presStyleLbl="revTx" presStyleIdx="2" presStyleCnt="3">
        <dgm:presLayoutVars>
          <dgm:chMax val="0"/>
          <dgm:chPref val="0"/>
        </dgm:presLayoutVars>
      </dgm:prSet>
      <dgm:spPr/>
    </dgm:pt>
  </dgm:ptLst>
  <dgm:cxnLst>
    <dgm:cxn modelId="{4480AA16-31CC-43F9-96AD-74B5A53BCDFC}" type="presOf" srcId="{90E9364B-F178-429F-A25F-36058A4EEAF3}" destId="{C335FE2C-D22A-421F-AA28-B246C35378FA}" srcOrd="0" destOrd="0" presId="urn:microsoft.com/office/officeart/2018/2/layout/IconVerticalSolidList"/>
    <dgm:cxn modelId="{097F3362-E078-43F9-9493-6D9166B8B245}" type="presOf" srcId="{525A1C0A-70A9-4C85-B6C1-DF32BEDD5273}" destId="{64DA31C9-2511-4938-B6A2-3FCB5CF3417F}" srcOrd="0" destOrd="0" presId="urn:microsoft.com/office/officeart/2018/2/layout/IconVerticalSolidList"/>
    <dgm:cxn modelId="{4CDFAE44-7924-4668-AB4E-4176D23C4935}" srcId="{FC75C87A-7D8F-4E7E-91A1-20210A4582DF}" destId="{D305E478-6174-4412-8AB7-A91DCA86CB39}" srcOrd="2" destOrd="0" parTransId="{B83164F5-9F4C-43CF-A8FF-A220543731D7}" sibTransId="{BCE3553D-82C2-4A0A-B6F0-5F139533D0FA}"/>
    <dgm:cxn modelId="{541B4F65-D95E-4088-9C64-6700A7CF9A4E}" srcId="{FC75C87A-7D8F-4E7E-91A1-20210A4582DF}" destId="{525A1C0A-70A9-4C85-B6C1-DF32BEDD5273}" srcOrd="0" destOrd="0" parTransId="{CCFB6DBD-5903-4553-9491-4A92BED60931}" sibTransId="{A9DAEDAE-5115-4EDA-BD95-B7625A3E9C0B}"/>
    <dgm:cxn modelId="{9D8F7CC2-4EDD-4F9D-A123-ABD167CE2F4E}" type="presOf" srcId="{FC75C87A-7D8F-4E7E-91A1-20210A4582DF}" destId="{D2D13F75-8615-4450-97F1-29C457D6DA68}" srcOrd="0" destOrd="0" presId="urn:microsoft.com/office/officeart/2018/2/layout/IconVerticalSolidList"/>
    <dgm:cxn modelId="{28487ACA-2FF4-4FB8-829F-25DCE8F14219}" srcId="{FC75C87A-7D8F-4E7E-91A1-20210A4582DF}" destId="{90E9364B-F178-429F-A25F-36058A4EEAF3}" srcOrd="1" destOrd="0" parTransId="{80CED6D2-8F8E-4BAA-88DB-126360532B94}" sibTransId="{E1DAD15D-A650-4F6A-BE71-18686AB4B511}"/>
    <dgm:cxn modelId="{E4E159CD-AD0E-430E-9555-E66D45CBE7BB}" type="presOf" srcId="{D305E478-6174-4412-8AB7-A91DCA86CB39}" destId="{D1D41006-7A91-4D22-8C7F-941B22ED9DE7}" srcOrd="0" destOrd="0" presId="urn:microsoft.com/office/officeart/2018/2/layout/IconVerticalSolidList"/>
    <dgm:cxn modelId="{65D4EF58-EFFD-4DBF-98F2-37834E7B88BF}" type="presParOf" srcId="{D2D13F75-8615-4450-97F1-29C457D6DA68}" destId="{7B022A08-3440-4F63-8CB3-A9D811B3835C}" srcOrd="0" destOrd="0" presId="urn:microsoft.com/office/officeart/2018/2/layout/IconVerticalSolidList"/>
    <dgm:cxn modelId="{CAF9861D-B586-4954-BC66-AECFDC5F64DA}" type="presParOf" srcId="{7B022A08-3440-4F63-8CB3-A9D811B3835C}" destId="{60BC8EA2-F0C3-423A-B9D2-293A6D75F728}" srcOrd="0" destOrd="0" presId="urn:microsoft.com/office/officeart/2018/2/layout/IconVerticalSolidList"/>
    <dgm:cxn modelId="{34E78919-FFE9-4093-B9EA-BBF74C5AD7F3}" type="presParOf" srcId="{7B022A08-3440-4F63-8CB3-A9D811B3835C}" destId="{75A8A6EC-F054-4300-A860-A2CA0D7ED99B}" srcOrd="1" destOrd="0" presId="urn:microsoft.com/office/officeart/2018/2/layout/IconVerticalSolidList"/>
    <dgm:cxn modelId="{4907B8A6-E287-4D91-B912-EBCEBE208433}" type="presParOf" srcId="{7B022A08-3440-4F63-8CB3-A9D811B3835C}" destId="{D38FD2BA-1B9A-4CBA-B2ED-95F0B8955406}" srcOrd="2" destOrd="0" presId="urn:microsoft.com/office/officeart/2018/2/layout/IconVerticalSolidList"/>
    <dgm:cxn modelId="{EB96E408-BEA2-443E-96A4-E6D054ACBE6B}" type="presParOf" srcId="{7B022A08-3440-4F63-8CB3-A9D811B3835C}" destId="{64DA31C9-2511-4938-B6A2-3FCB5CF3417F}" srcOrd="3" destOrd="0" presId="urn:microsoft.com/office/officeart/2018/2/layout/IconVerticalSolidList"/>
    <dgm:cxn modelId="{C8DCEA7E-B79D-4DCB-B26A-A9508B8FF821}" type="presParOf" srcId="{D2D13F75-8615-4450-97F1-29C457D6DA68}" destId="{C35CAF10-8E00-4744-967F-3FFF00939CE6}" srcOrd="1" destOrd="0" presId="urn:microsoft.com/office/officeart/2018/2/layout/IconVerticalSolidList"/>
    <dgm:cxn modelId="{18B8F98B-A0FB-4CF2-BFA1-113A4C09BAEC}" type="presParOf" srcId="{D2D13F75-8615-4450-97F1-29C457D6DA68}" destId="{EC73AD7D-5979-4F5A-9188-B36C74F7FFF2}" srcOrd="2" destOrd="0" presId="urn:microsoft.com/office/officeart/2018/2/layout/IconVerticalSolidList"/>
    <dgm:cxn modelId="{F39D443A-8A46-4140-B980-EED1CF2735B6}" type="presParOf" srcId="{EC73AD7D-5979-4F5A-9188-B36C74F7FFF2}" destId="{0CA17FD2-79BF-48C5-8B3C-AC1FC30F14F0}" srcOrd="0" destOrd="0" presId="urn:microsoft.com/office/officeart/2018/2/layout/IconVerticalSolidList"/>
    <dgm:cxn modelId="{73216F98-698D-4CAA-B59D-22B0D350AF5E}" type="presParOf" srcId="{EC73AD7D-5979-4F5A-9188-B36C74F7FFF2}" destId="{6A6E7CA7-BAD9-4F60-8C5A-96FE35879FDA}" srcOrd="1" destOrd="0" presId="urn:microsoft.com/office/officeart/2018/2/layout/IconVerticalSolidList"/>
    <dgm:cxn modelId="{D7CB765A-DA1E-4297-88DC-DD061787B006}" type="presParOf" srcId="{EC73AD7D-5979-4F5A-9188-B36C74F7FFF2}" destId="{FD5DCCE1-1DA1-4686-8D61-32E0BC28C255}" srcOrd="2" destOrd="0" presId="urn:microsoft.com/office/officeart/2018/2/layout/IconVerticalSolidList"/>
    <dgm:cxn modelId="{8F3DE984-7DED-406B-ADC4-A1A9D1031A88}" type="presParOf" srcId="{EC73AD7D-5979-4F5A-9188-B36C74F7FFF2}" destId="{C335FE2C-D22A-421F-AA28-B246C35378FA}" srcOrd="3" destOrd="0" presId="urn:microsoft.com/office/officeart/2018/2/layout/IconVerticalSolidList"/>
    <dgm:cxn modelId="{A5E93E69-EC49-4F7F-B1FA-7BDA3644A0BB}" type="presParOf" srcId="{D2D13F75-8615-4450-97F1-29C457D6DA68}" destId="{4748BC9F-6B5F-4D46-B5C1-7A72D109802A}" srcOrd="3" destOrd="0" presId="urn:microsoft.com/office/officeart/2018/2/layout/IconVerticalSolidList"/>
    <dgm:cxn modelId="{5BD9CAFD-6926-4322-BCBE-150721543BFF}" type="presParOf" srcId="{D2D13F75-8615-4450-97F1-29C457D6DA68}" destId="{821E2EC3-B582-45A8-8531-7FE21C012BA5}" srcOrd="4" destOrd="0" presId="urn:microsoft.com/office/officeart/2018/2/layout/IconVerticalSolidList"/>
    <dgm:cxn modelId="{FD81E677-66F1-44F2-B7E2-E1C764A97C1C}" type="presParOf" srcId="{821E2EC3-B582-45A8-8531-7FE21C012BA5}" destId="{6B10D1B1-9443-4B42-9E26-C2641B2A66D0}" srcOrd="0" destOrd="0" presId="urn:microsoft.com/office/officeart/2018/2/layout/IconVerticalSolidList"/>
    <dgm:cxn modelId="{16BF6AF7-A307-4B01-B41E-D9F640A1D4DD}" type="presParOf" srcId="{821E2EC3-B582-45A8-8531-7FE21C012BA5}" destId="{B024A9AB-88F0-4982-A189-84D2B4264C31}" srcOrd="1" destOrd="0" presId="urn:microsoft.com/office/officeart/2018/2/layout/IconVerticalSolidList"/>
    <dgm:cxn modelId="{DE6F49EC-8557-4BE5-B287-CE0220A322D5}" type="presParOf" srcId="{821E2EC3-B582-45A8-8531-7FE21C012BA5}" destId="{301AA476-5C8A-42B7-837E-BCE956E1BE75}" srcOrd="2" destOrd="0" presId="urn:microsoft.com/office/officeart/2018/2/layout/IconVerticalSolidList"/>
    <dgm:cxn modelId="{5574BB80-DE39-4CBD-95B6-788FD28C6570}" type="presParOf" srcId="{821E2EC3-B582-45A8-8531-7FE21C012BA5}" destId="{D1D41006-7A91-4D22-8C7F-941B22ED9DE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88023D0-CC8B-4074-8597-F8C2CF20C1C7}"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F4CD0C4-E8F0-48AC-BB2D-2E28C00B5789}">
      <dgm:prSet custT="1"/>
      <dgm:spPr/>
      <dgm:t>
        <a:bodyPr/>
        <a:lstStyle/>
        <a:p>
          <a:r>
            <a:rPr lang="en-US" sz="1400" dirty="0">
              <a:solidFill>
                <a:schemeClr val="bg1"/>
              </a:solidFill>
            </a:rPr>
            <a:t>Pay close attention to emails and attachments. Phishing attacks have been increasing globally at a rapid rate.</a:t>
          </a:r>
        </a:p>
      </dgm:t>
    </dgm:pt>
    <dgm:pt modelId="{4400C65C-1A44-4CBD-AE43-EE52925E03F0}" type="parTrans" cxnId="{94D5725F-DFE8-4A71-BCA4-2F5F70D56E6F}">
      <dgm:prSet/>
      <dgm:spPr/>
      <dgm:t>
        <a:bodyPr/>
        <a:lstStyle/>
        <a:p>
          <a:endParaRPr lang="en-US"/>
        </a:p>
      </dgm:t>
    </dgm:pt>
    <dgm:pt modelId="{EB53F875-5409-43A6-B710-B975759155CA}" type="sibTrans" cxnId="{94D5725F-DFE8-4A71-BCA4-2F5F70D56E6F}">
      <dgm:prSet/>
      <dgm:spPr/>
      <dgm:t>
        <a:bodyPr/>
        <a:lstStyle/>
        <a:p>
          <a:endParaRPr lang="en-US"/>
        </a:p>
      </dgm:t>
    </dgm:pt>
    <dgm:pt modelId="{917027A4-AEE9-48A5-A518-98D7257D227A}">
      <dgm:prSet custT="1"/>
      <dgm:spPr/>
      <dgm:t>
        <a:bodyPr/>
        <a:lstStyle/>
        <a:p>
          <a:r>
            <a:rPr lang="en-US" sz="1400" dirty="0">
              <a:solidFill>
                <a:schemeClr val="bg1"/>
              </a:solidFill>
            </a:rPr>
            <a:t>Remember the safe web browsing tips when you are using the web.</a:t>
          </a:r>
        </a:p>
      </dgm:t>
    </dgm:pt>
    <dgm:pt modelId="{0A733710-4EB8-4B2B-91C3-8740C9D811A1}" type="parTrans" cxnId="{D3D77D81-347A-4955-B25B-3ABBFB1F7192}">
      <dgm:prSet/>
      <dgm:spPr/>
      <dgm:t>
        <a:bodyPr/>
        <a:lstStyle/>
        <a:p>
          <a:endParaRPr lang="en-US"/>
        </a:p>
      </dgm:t>
    </dgm:pt>
    <dgm:pt modelId="{616B7A14-6252-4108-972A-FCC5D662C275}" type="sibTrans" cxnId="{D3D77D81-347A-4955-B25B-3ABBFB1F7192}">
      <dgm:prSet/>
      <dgm:spPr/>
      <dgm:t>
        <a:bodyPr/>
        <a:lstStyle/>
        <a:p>
          <a:endParaRPr lang="en-US"/>
        </a:p>
      </dgm:t>
    </dgm:pt>
    <dgm:pt modelId="{DF99F36A-9F62-4328-9666-A5561FFFAD42}">
      <dgm:prSet custT="1"/>
      <dgm:spPr/>
      <dgm:t>
        <a:bodyPr/>
        <a:lstStyle/>
        <a:p>
          <a:r>
            <a:rPr lang="en-US" sz="1400" dirty="0">
              <a:solidFill>
                <a:schemeClr val="bg1"/>
              </a:solidFill>
            </a:rPr>
            <a:t>If you are ever suspicious of an email, document, website, or anything else. Contact I.T.</a:t>
          </a:r>
        </a:p>
      </dgm:t>
    </dgm:pt>
    <dgm:pt modelId="{E05B3223-3CC9-4846-AA4E-F59715F6F8CC}" type="parTrans" cxnId="{01F041A2-6316-4CAB-9CFA-59AD4709BA14}">
      <dgm:prSet/>
      <dgm:spPr/>
      <dgm:t>
        <a:bodyPr/>
        <a:lstStyle/>
        <a:p>
          <a:endParaRPr lang="en-US"/>
        </a:p>
      </dgm:t>
    </dgm:pt>
    <dgm:pt modelId="{57E9AC07-A4AC-4C7C-A0D6-C9453AE903AD}" type="sibTrans" cxnId="{01F041A2-6316-4CAB-9CFA-59AD4709BA14}">
      <dgm:prSet/>
      <dgm:spPr/>
      <dgm:t>
        <a:bodyPr/>
        <a:lstStyle/>
        <a:p>
          <a:endParaRPr lang="en-US"/>
        </a:p>
      </dgm:t>
    </dgm:pt>
    <dgm:pt modelId="{F21852D8-5232-464C-8F8A-D676A85EA167}">
      <dgm:prSet custT="1"/>
      <dgm:spPr/>
      <dgm:t>
        <a:bodyPr/>
        <a:lstStyle/>
        <a:p>
          <a:r>
            <a:rPr lang="en-US" sz="1400" dirty="0">
              <a:solidFill>
                <a:schemeClr val="bg1"/>
              </a:solidFill>
            </a:rPr>
            <a:t>Always use secure passwords and keep them  protected.</a:t>
          </a:r>
        </a:p>
      </dgm:t>
    </dgm:pt>
    <dgm:pt modelId="{5BEB6C5D-A996-4E06-92F6-A568A238E54D}" type="parTrans" cxnId="{FC23CC26-22C9-4BB2-BA1E-B1492569AEB0}">
      <dgm:prSet/>
      <dgm:spPr/>
      <dgm:t>
        <a:bodyPr/>
        <a:lstStyle/>
        <a:p>
          <a:endParaRPr lang="en-US"/>
        </a:p>
      </dgm:t>
    </dgm:pt>
    <dgm:pt modelId="{8CDE953B-FF68-43EB-84E0-9175659F34AD}" type="sibTrans" cxnId="{FC23CC26-22C9-4BB2-BA1E-B1492569AEB0}">
      <dgm:prSet/>
      <dgm:spPr/>
      <dgm:t>
        <a:bodyPr/>
        <a:lstStyle/>
        <a:p>
          <a:endParaRPr lang="en-US"/>
        </a:p>
      </dgm:t>
    </dgm:pt>
    <dgm:pt modelId="{F3AC8596-8945-4DDC-A891-B060119BB8E1}">
      <dgm:prSet custT="1"/>
      <dgm:spPr/>
      <dgm:t>
        <a:bodyPr/>
        <a:lstStyle/>
        <a:p>
          <a:r>
            <a:rPr lang="en-US" sz="1400" dirty="0">
              <a:solidFill>
                <a:schemeClr val="bg1"/>
              </a:solidFill>
            </a:rPr>
            <a:t>Don’t ignore physical security even though it is often overlooked.</a:t>
          </a:r>
        </a:p>
      </dgm:t>
    </dgm:pt>
    <dgm:pt modelId="{D8996C4B-DBF5-4544-A111-53EBE4FD6B48}" type="parTrans" cxnId="{DE2798C3-93A5-4394-811F-3622BFE98C61}">
      <dgm:prSet/>
      <dgm:spPr/>
      <dgm:t>
        <a:bodyPr/>
        <a:lstStyle/>
        <a:p>
          <a:endParaRPr lang="en-US"/>
        </a:p>
      </dgm:t>
    </dgm:pt>
    <dgm:pt modelId="{9DAEDECC-D9B1-4B0A-A50A-097B4816728F}" type="sibTrans" cxnId="{DE2798C3-93A5-4394-811F-3622BFE98C61}">
      <dgm:prSet/>
      <dgm:spPr/>
      <dgm:t>
        <a:bodyPr/>
        <a:lstStyle/>
        <a:p>
          <a:endParaRPr lang="en-US"/>
        </a:p>
      </dgm:t>
    </dgm:pt>
    <dgm:pt modelId="{AF3881A7-B3A8-4246-BE83-DD41529D0C1F}">
      <dgm:prSet custT="1"/>
      <dgm:spPr/>
      <dgm:t>
        <a:bodyPr/>
        <a:lstStyle/>
        <a:p>
          <a:r>
            <a:rPr lang="en-US" sz="1400" dirty="0">
              <a:solidFill>
                <a:schemeClr val="bg1"/>
              </a:solidFill>
            </a:rPr>
            <a:t>Remember, You are the first line of cyber defense for your company.  </a:t>
          </a:r>
        </a:p>
      </dgm:t>
    </dgm:pt>
    <dgm:pt modelId="{1AB77FAE-8D03-4D41-89B2-082E5F2ADA77}" type="parTrans" cxnId="{15ED6A3B-03BB-46B4-A8A0-B3207D19A5DB}">
      <dgm:prSet/>
      <dgm:spPr/>
      <dgm:t>
        <a:bodyPr/>
        <a:lstStyle/>
        <a:p>
          <a:endParaRPr lang="en-US"/>
        </a:p>
      </dgm:t>
    </dgm:pt>
    <dgm:pt modelId="{3E501908-82B3-480D-B477-702CC93E54BF}" type="sibTrans" cxnId="{15ED6A3B-03BB-46B4-A8A0-B3207D19A5DB}">
      <dgm:prSet/>
      <dgm:spPr/>
      <dgm:t>
        <a:bodyPr/>
        <a:lstStyle/>
        <a:p>
          <a:endParaRPr lang="en-US"/>
        </a:p>
      </dgm:t>
    </dgm:pt>
    <dgm:pt modelId="{10DC16AD-CF5C-42C7-91CB-B7FBF00D2177}" type="pres">
      <dgm:prSet presAssocID="{C88023D0-CC8B-4074-8597-F8C2CF20C1C7}" presName="root" presStyleCnt="0">
        <dgm:presLayoutVars>
          <dgm:dir/>
          <dgm:resizeHandles val="exact"/>
        </dgm:presLayoutVars>
      </dgm:prSet>
      <dgm:spPr/>
    </dgm:pt>
    <dgm:pt modelId="{A07EEFF3-3F62-4E83-AB17-EC4049896669}" type="pres">
      <dgm:prSet presAssocID="{C88023D0-CC8B-4074-8597-F8C2CF20C1C7}" presName="container" presStyleCnt="0">
        <dgm:presLayoutVars>
          <dgm:dir/>
          <dgm:resizeHandles val="exact"/>
        </dgm:presLayoutVars>
      </dgm:prSet>
      <dgm:spPr/>
    </dgm:pt>
    <dgm:pt modelId="{468881FF-097D-4273-A5D9-686AD9E5895D}" type="pres">
      <dgm:prSet presAssocID="{9F4CD0C4-E8F0-48AC-BB2D-2E28C00B5789}" presName="compNode" presStyleCnt="0"/>
      <dgm:spPr/>
    </dgm:pt>
    <dgm:pt modelId="{A64BEE09-6DC8-4D7E-A748-CE72FA16E552}" type="pres">
      <dgm:prSet presAssocID="{9F4CD0C4-E8F0-48AC-BB2D-2E28C00B5789}" presName="iconBgRect" presStyleLbl="bgShp" presStyleIdx="0" presStyleCnt="6"/>
      <dgm:spPr/>
    </dgm:pt>
    <dgm:pt modelId="{594B6D46-C5DE-4EE5-B722-F95E492F0558}" type="pres">
      <dgm:prSet presAssocID="{9F4CD0C4-E8F0-48AC-BB2D-2E28C00B5789}" presName="iconRect" presStyleLbl="node1" presStyleIdx="0" presStyleCnt="6"/>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Envelope"/>
        </a:ext>
      </dgm:extLst>
    </dgm:pt>
    <dgm:pt modelId="{336CE771-22F6-4B55-A1B0-081E9FFD13EA}" type="pres">
      <dgm:prSet presAssocID="{9F4CD0C4-E8F0-48AC-BB2D-2E28C00B5789}" presName="spaceRect" presStyleCnt="0"/>
      <dgm:spPr/>
    </dgm:pt>
    <dgm:pt modelId="{E78A5924-83D5-410B-B9EE-0A8FA33F1211}" type="pres">
      <dgm:prSet presAssocID="{9F4CD0C4-E8F0-48AC-BB2D-2E28C00B5789}" presName="textRect" presStyleLbl="revTx" presStyleIdx="0" presStyleCnt="6">
        <dgm:presLayoutVars>
          <dgm:chMax val="1"/>
          <dgm:chPref val="1"/>
        </dgm:presLayoutVars>
      </dgm:prSet>
      <dgm:spPr/>
    </dgm:pt>
    <dgm:pt modelId="{FFC03905-6546-422F-AAEC-97FD553FEDF9}" type="pres">
      <dgm:prSet presAssocID="{EB53F875-5409-43A6-B710-B975759155CA}" presName="sibTrans" presStyleLbl="sibTrans2D1" presStyleIdx="0" presStyleCnt="0"/>
      <dgm:spPr/>
    </dgm:pt>
    <dgm:pt modelId="{A822EEE5-92FA-45F8-A25C-7AA39530AEAA}" type="pres">
      <dgm:prSet presAssocID="{917027A4-AEE9-48A5-A518-98D7257D227A}" presName="compNode" presStyleCnt="0"/>
      <dgm:spPr/>
    </dgm:pt>
    <dgm:pt modelId="{B0F246CA-94B8-4505-A216-429648462FD6}" type="pres">
      <dgm:prSet presAssocID="{917027A4-AEE9-48A5-A518-98D7257D227A}" presName="iconBgRect" presStyleLbl="bgShp" presStyleIdx="1" presStyleCnt="6"/>
      <dgm:spPr/>
    </dgm:pt>
    <dgm:pt modelId="{258B405E-AEFB-44F1-BF89-21B2CE2F03C8}" type="pres">
      <dgm:prSet presAssocID="{917027A4-AEE9-48A5-A518-98D7257D227A}"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World"/>
        </a:ext>
      </dgm:extLst>
    </dgm:pt>
    <dgm:pt modelId="{452C9608-DCF9-42D8-84DB-82C4AE0C201D}" type="pres">
      <dgm:prSet presAssocID="{917027A4-AEE9-48A5-A518-98D7257D227A}" presName="spaceRect" presStyleCnt="0"/>
      <dgm:spPr/>
    </dgm:pt>
    <dgm:pt modelId="{67D50523-CB93-4DD5-BE1E-47113F622843}" type="pres">
      <dgm:prSet presAssocID="{917027A4-AEE9-48A5-A518-98D7257D227A}" presName="textRect" presStyleLbl="revTx" presStyleIdx="1" presStyleCnt="6">
        <dgm:presLayoutVars>
          <dgm:chMax val="1"/>
          <dgm:chPref val="1"/>
        </dgm:presLayoutVars>
      </dgm:prSet>
      <dgm:spPr/>
    </dgm:pt>
    <dgm:pt modelId="{8D923489-E7E8-414B-8173-7BCC5C38A27D}" type="pres">
      <dgm:prSet presAssocID="{616B7A14-6252-4108-972A-FCC5D662C275}" presName="sibTrans" presStyleLbl="sibTrans2D1" presStyleIdx="0" presStyleCnt="0"/>
      <dgm:spPr/>
    </dgm:pt>
    <dgm:pt modelId="{07B26633-6948-483F-A787-DFC5DDF23FF8}" type="pres">
      <dgm:prSet presAssocID="{DF99F36A-9F62-4328-9666-A5561FFFAD42}" presName="compNode" presStyleCnt="0"/>
      <dgm:spPr/>
    </dgm:pt>
    <dgm:pt modelId="{E93625BE-76BE-41CE-A55F-7ACD353EB547}" type="pres">
      <dgm:prSet presAssocID="{DF99F36A-9F62-4328-9666-A5561FFFAD42}" presName="iconBgRect" presStyleLbl="bgShp" presStyleIdx="2" presStyleCnt="6"/>
      <dgm:spPr/>
    </dgm:pt>
    <dgm:pt modelId="{8827C5AA-A3DF-48ED-A3D9-8DA606CA6772}" type="pres">
      <dgm:prSet presAssocID="{DF99F36A-9F62-4328-9666-A5561FFFAD42}"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all center"/>
        </a:ext>
      </dgm:extLst>
    </dgm:pt>
    <dgm:pt modelId="{17183E27-F880-425D-A6F7-85B46CB370B9}" type="pres">
      <dgm:prSet presAssocID="{DF99F36A-9F62-4328-9666-A5561FFFAD42}" presName="spaceRect" presStyleCnt="0"/>
      <dgm:spPr/>
    </dgm:pt>
    <dgm:pt modelId="{65D40EED-A704-4EAF-91BD-E7C112972B6C}" type="pres">
      <dgm:prSet presAssocID="{DF99F36A-9F62-4328-9666-A5561FFFAD42}" presName="textRect" presStyleLbl="revTx" presStyleIdx="2" presStyleCnt="6">
        <dgm:presLayoutVars>
          <dgm:chMax val="1"/>
          <dgm:chPref val="1"/>
        </dgm:presLayoutVars>
      </dgm:prSet>
      <dgm:spPr/>
    </dgm:pt>
    <dgm:pt modelId="{6374F6BB-781A-43AD-A96B-420C9B09ED44}" type="pres">
      <dgm:prSet presAssocID="{57E9AC07-A4AC-4C7C-A0D6-C9453AE903AD}" presName="sibTrans" presStyleLbl="sibTrans2D1" presStyleIdx="0" presStyleCnt="0"/>
      <dgm:spPr/>
    </dgm:pt>
    <dgm:pt modelId="{ED66F7DC-29D1-4D74-8854-C2E3BE4F529A}" type="pres">
      <dgm:prSet presAssocID="{F21852D8-5232-464C-8F8A-D676A85EA167}" presName="compNode" presStyleCnt="0"/>
      <dgm:spPr/>
    </dgm:pt>
    <dgm:pt modelId="{7BCFEEF3-1673-463F-BE23-D651F83EE9D7}" type="pres">
      <dgm:prSet presAssocID="{F21852D8-5232-464C-8F8A-D676A85EA167}" presName="iconBgRect" presStyleLbl="bgShp" presStyleIdx="3" presStyleCnt="6"/>
      <dgm:spPr/>
    </dgm:pt>
    <dgm:pt modelId="{85B96339-DD7F-41B8-85C7-29C222803894}" type="pres">
      <dgm:prSet presAssocID="{F21852D8-5232-464C-8F8A-D676A85EA16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F4204175-F1B6-4C92-868D-F0AA7978E566}" type="pres">
      <dgm:prSet presAssocID="{F21852D8-5232-464C-8F8A-D676A85EA167}" presName="spaceRect" presStyleCnt="0"/>
      <dgm:spPr/>
    </dgm:pt>
    <dgm:pt modelId="{FBD5B087-8F76-413B-A2B6-D5ADA543F6A9}" type="pres">
      <dgm:prSet presAssocID="{F21852D8-5232-464C-8F8A-D676A85EA167}" presName="textRect" presStyleLbl="revTx" presStyleIdx="3" presStyleCnt="6">
        <dgm:presLayoutVars>
          <dgm:chMax val="1"/>
          <dgm:chPref val="1"/>
        </dgm:presLayoutVars>
      </dgm:prSet>
      <dgm:spPr/>
    </dgm:pt>
    <dgm:pt modelId="{1518EE8D-C7C6-4DDE-A26D-C6DDAFF7E9D6}" type="pres">
      <dgm:prSet presAssocID="{8CDE953B-FF68-43EB-84E0-9175659F34AD}" presName="sibTrans" presStyleLbl="sibTrans2D1" presStyleIdx="0" presStyleCnt="0"/>
      <dgm:spPr/>
    </dgm:pt>
    <dgm:pt modelId="{9674147F-E7E7-40EC-A764-6EAA612FD690}" type="pres">
      <dgm:prSet presAssocID="{F3AC8596-8945-4DDC-A891-B060119BB8E1}" presName="compNode" presStyleCnt="0"/>
      <dgm:spPr/>
    </dgm:pt>
    <dgm:pt modelId="{97BFD236-53EE-451B-A48F-EBA1BA329BB2}" type="pres">
      <dgm:prSet presAssocID="{F3AC8596-8945-4DDC-A891-B060119BB8E1}" presName="iconBgRect" presStyleLbl="bgShp" presStyleIdx="4" presStyleCnt="6"/>
      <dgm:spPr/>
    </dgm:pt>
    <dgm:pt modelId="{5EDAEDA8-78AC-4F66-95C7-C8D03E9037E5}" type="pres">
      <dgm:prSet presAssocID="{F3AC8596-8945-4DDC-A891-B060119BB8E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No sign"/>
        </a:ext>
      </dgm:extLst>
    </dgm:pt>
    <dgm:pt modelId="{D2257416-6481-4A30-BA21-90AC3577ACCD}" type="pres">
      <dgm:prSet presAssocID="{F3AC8596-8945-4DDC-A891-B060119BB8E1}" presName="spaceRect" presStyleCnt="0"/>
      <dgm:spPr/>
    </dgm:pt>
    <dgm:pt modelId="{2A3DEAF6-6709-4462-AC4A-884A15FE06EF}" type="pres">
      <dgm:prSet presAssocID="{F3AC8596-8945-4DDC-A891-B060119BB8E1}" presName="textRect" presStyleLbl="revTx" presStyleIdx="4" presStyleCnt="6">
        <dgm:presLayoutVars>
          <dgm:chMax val="1"/>
          <dgm:chPref val="1"/>
        </dgm:presLayoutVars>
      </dgm:prSet>
      <dgm:spPr/>
    </dgm:pt>
    <dgm:pt modelId="{7734DF62-B3FB-47E8-9895-8DB11679F8A3}" type="pres">
      <dgm:prSet presAssocID="{9DAEDECC-D9B1-4B0A-A50A-097B4816728F}" presName="sibTrans" presStyleLbl="sibTrans2D1" presStyleIdx="0" presStyleCnt="0"/>
      <dgm:spPr/>
    </dgm:pt>
    <dgm:pt modelId="{D9CFDB0D-63FC-4985-901E-C1EA7F49878E}" type="pres">
      <dgm:prSet presAssocID="{AF3881A7-B3A8-4246-BE83-DD41529D0C1F}" presName="compNode" presStyleCnt="0"/>
      <dgm:spPr/>
    </dgm:pt>
    <dgm:pt modelId="{B9A56FA4-778B-4054-A0CD-59B03D77DB89}" type="pres">
      <dgm:prSet presAssocID="{AF3881A7-B3A8-4246-BE83-DD41529D0C1F}" presName="iconBgRect" presStyleLbl="bgShp" presStyleIdx="5" presStyleCnt="6"/>
      <dgm:spPr/>
    </dgm:pt>
    <dgm:pt modelId="{FF8606EE-3F83-4B2B-9F34-C5B3B7B14B2E}" type="pres">
      <dgm:prSet presAssocID="{AF3881A7-B3A8-4246-BE83-DD41529D0C1F}"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a:noFill/>
        </a:ln>
      </dgm:spPr>
      <dgm:extLst>
        <a:ext uri="{E40237B7-FDA0-4F09-8148-C483321AD2D9}">
          <dgm14:cNvPr xmlns:dgm14="http://schemas.microsoft.com/office/drawing/2010/diagram" id="0" name="" descr="Office worker"/>
        </a:ext>
      </dgm:extLst>
    </dgm:pt>
    <dgm:pt modelId="{80CCC6B6-F551-45B1-85D4-8316A0D9F8E4}" type="pres">
      <dgm:prSet presAssocID="{AF3881A7-B3A8-4246-BE83-DD41529D0C1F}" presName="spaceRect" presStyleCnt="0"/>
      <dgm:spPr/>
    </dgm:pt>
    <dgm:pt modelId="{7DE2F1C0-77EC-4A8C-BFA1-B6738C3EF669}" type="pres">
      <dgm:prSet presAssocID="{AF3881A7-B3A8-4246-BE83-DD41529D0C1F}" presName="textRect" presStyleLbl="revTx" presStyleIdx="5" presStyleCnt="6">
        <dgm:presLayoutVars>
          <dgm:chMax val="1"/>
          <dgm:chPref val="1"/>
        </dgm:presLayoutVars>
      </dgm:prSet>
      <dgm:spPr/>
    </dgm:pt>
  </dgm:ptLst>
  <dgm:cxnLst>
    <dgm:cxn modelId="{A8E2C30A-B64F-4E53-A401-735797FB631E}" type="presOf" srcId="{EB53F875-5409-43A6-B710-B975759155CA}" destId="{FFC03905-6546-422F-AAEC-97FD553FEDF9}" srcOrd="0" destOrd="0" presId="urn:microsoft.com/office/officeart/2018/2/layout/IconCircleList"/>
    <dgm:cxn modelId="{1463C917-6B56-4D92-A364-BA19F380B11C}" type="presOf" srcId="{DF99F36A-9F62-4328-9666-A5561FFFAD42}" destId="{65D40EED-A704-4EAF-91BD-E7C112972B6C}" srcOrd="0" destOrd="0" presId="urn:microsoft.com/office/officeart/2018/2/layout/IconCircleList"/>
    <dgm:cxn modelId="{FC23CC26-22C9-4BB2-BA1E-B1492569AEB0}" srcId="{C88023D0-CC8B-4074-8597-F8C2CF20C1C7}" destId="{F21852D8-5232-464C-8F8A-D676A85EA167}" srcOrd="3" destOrd="0" parTransId="{5BEB6C5D-A996-4E06-92F6-A568A238E54D}" sibTransId="{8CDE953B-FF68-43EB-84E0-9175659F34AD}"/>
    <dgm:cxn modelId="{15ED6A3B-03BB-46B4-A8A0-B3207D19A5DB}" srcId="{C88023D0-CC8B-4074-8597-F8C2CF20C1C7}" destId="{AF3881A7-B3A8-4246-BE83-DD41529D0C1F}" srcOrd="5" destOrd="0" parTransId="{1AB77FAE-8D03-4D41-89B2-082E5F2ADA77}" sibTransId="{3E501908-82B3-480D-B477-702CC93E54BF}"/>
    <dgm:cxn modelId="{94D5725F-DFE8-4A71-BCA4-2F5F70D56E6F}" srcId="{C88023D0-CC8B-4074-8597-F8C2CF20C1C7}" destId="{9F4CD0C4-E8F0-48AC-BB2D-2E28C00B5789}" srcOrd="0" destOrd="0" parTransId="{4400C65C-1A44-4CBD-AE43-EE52925E03F0}" sibTransId="{EB53F875-5409-43A6-B710-B975759155CA}"/>
    <dgm:cxn modelId="{3114E244-B2FE-4FA0-8156-791A315182DE}" type="presOf" srcId="{F21852D8-5232-464C-8F8A-D676A85EA167}" destId="{FBD5B087-8F76-413B-A2B6-D5ADA543F6A9}" srcOrd="0" destOrd="0" presId="urn:microsoft.com/office/officeart/2018/2/layout/IconCircleList"/>
    <dgm:cxn modelId="{B4F96665-B481-4DD3-9718-C134209814A9}" type="presOf" srcId="{8CDE953B-FF68-43EB-84E0-9175659F34AD}" destId="{1518EE8D-C7C6-4DDE-A26D-C6DDAFF7E9D6}" srcOrd="0" destOrd="0" presId="urn:microsoft.com/office/officeart/2018/2/layout/IconCircleList"/>
    <dgm:cxn modelId="{17941274-0BB3-411F-9A2C-78665A998221}" type="presOf" srcId="{C88023D0-CC8B-4074-8597-F8C2CF20C1C7}" destId="{10DC16AD-CF5C-42C7-91CB-B7FBF00D2177}" srcOrd="0" destOrd="0" presId="urn:microsoft.com/office/officeart/2018/2/layout/IconCircleList"/>
    <dgm:cxn modelId="{70898D79-9633-4A89-9608-47E469093BBF}" type="presOf" srcId="{9DAEDECC-D9B1-4B0A-A50A-097B4816728F}" destId="{7734DF62-B3FB-47E8-9895-8DB11679F8A3}" srcOrd="0" destOrd="0" presId="urn:microsoft.com/office/officeart/2018/2/layout/IconCircleList"/>
    <dgm:cxn modelId="{D3D77D81-347A-4955-B25B-3ABBFB1F7192}" srcId="{C88023D0-CC8B-4074-8597-F8C2CF20C1C7}" destId="{917027A4-AEE9-48A5-A518-98D7257D227A}" srcOrd="1" destOrd="0" parTransId="{0A733710-4EB8-4B2B-91C3-8740C9D811A1}" sibTransId="{616B7A14-6252-4108-972A-FCC5D662C275}"/>
    <dgm:cxn modelId="{09E38188-0396-491C-9C4D-C83587FAA05B}" type="presOf" srcId="{917027A4-AEE9-48A5-A518-98D7257D227A}" destId="{67D50523-CB93-4DD5-BE1E-47113F622843}" srcOrd="0" destOrd="0" presId="urn:microsoft.com/office/officeart/2018/2/layout/IconCircleList"/>
    <dgm:cxn modelId="{6698519F-9BF9-4ECE-8B6C-F45EB8EF7CF7}" type="presOf" srcId="{AF3881A7-B3A8-4246-BE83-DD41529D0C1F}" destId="{7DE2F1C0-77EC-4A8C-BFA1-B6738C3EF669}" srcOrd="0" destOrd="0" presId="urn:microsoft.com/office/officeart/2018/2/layout/IconCircleList"/>
    <dgm:cxn modelId="{01F041A2-6316-4CAB-9CFA-59AD4709BA14}" srcId="{C88023D0-CC8B-4074-8597-F8C2CF20C1C7}" destId="{DF99F36A-9F62-4328-9666-A5561FFFAD42}" srcOrd="2" destOrd="0" parTransId="{E05B3223-3CC9-4846-AA4E-F59715F6F8CC}" sibTransId="{57E9AC07-A4AC-4C7C-A0D6-C9453AE903AD}"/>
    <dgm:cxn modelId="{C48F18AF-E344-4589-92B4-A9D5872D892C}" type="presOf" srcId="{616B7A14-6252-4108-972A-FCC5D662C275}" destId="{8D923489-E7E8-414B-8173-7BCC5C38A27D}" srcOrd="0" destOrd="0" presId="urn:microsoft.com/office/officeart/2018/2/layout/IconCircleList"/>
    <dgm:cxn modelId="{AA7E79B8-382F-4A5F-B999-B96FB266F490}" type="presOf" srcId="{9F4CD0C4-E8F0-48AC-BB2D-2E28C00B5789}" destId="{E78A5924-83D5-410B-B9EE-0A8FA33F1211}" srcOrd="0" destOrd="0" presId="urn:microsoft.com/office/officeart/2018/2/layout/IconCircleList"/>
    <dgm:cxn modelId="{DE2798C3-93A5-4394-811F-3622BFE98C61}" srcId="{C88023D0-CC8B-4074-8597-F8C2CF20C1C7}" destId="{F3AC8596-8945-4DDC-A891-B060119BB8E1}" srcOrd="4" destOrd="0" parTransId="{D8996C4B-DBF5-4544-A111-53EBE4FD6B48}" sibTransId="{9DAEDECC-D9B1-4B0A-A50A-097B4816728F}"/>
    <dgm:cxn modelId="{4E39A9EC-B082-4F24-8F7A-CB03583BFAA9}" type="presOf" srcId="{F3AC8596-8945-4DDC-A891-B060119BB8E1}" destId="{2A3DEAF6-6709-4462-AC4A-884A15FE06EF}" srcOrd="0" destOrd="0" presId="urn:microsoft.com/office/officeart/2018/2/layout/IconCircleList"/>
    <dgm:cxn modelId="{FE10D9FC-1B20-465C-A32E-833F7A7DF44F}" type="presOf" srcId="{57E9AC07-A4AC-4C7C-A0D6-C9453AE903AD}" destId="{6374F6BB-781A-43AD-A96B-420C9B09ED44}" srcOrd="0" destOrd="0" presId="urn:microsoft.com/office/officeart/2018/2/layout/IconCircleList"/>
    <dgm:cxn modelId="{977BBAAB-A9E1-44EE-A60C-B2DC842F29C4}" type="presParOf" srcId="{10DC16AD-CF5C-42C7-91CB-B7FBF00D2177}" destId="{A07EEFF3-3F62-4E83-AB17-EC4049896669}" srcOrd="0" destOrd="0" presId="urn:microsoft.com/office/officeart/2018/2/layout/IconCircleList"/>
    <dgm:cxn modelId="{8BFAE27F-E5AB-4BC7-95E4-6B4E2A42F9D6}" type="presParOf" srcId="{A07EEFF3-3F62-4E83-AB17-EC4049896669}" destId="{468881FF-097D-4273-A5D9-686AD9E5895D}" srcOrd="0" destOrd="0" presId="urn:microsoft.com/office/officeart/2018/2/layout/IconCircleList"/>
    <dgm:cxn modelId="{133D1D99-6CD2-443B-B916-731EE1C7173A}" type="presParOf" srcId="{468881FF-097D-4273-A5D9-686AD9E5895D}" destId="{A64BEE09-6DC8-4D7E-A748-CE72FA16E552}" srcOrd="0" destOrd="0" presId="urn:microsoft.com/office/officeart/2018/2/layout/IconCircleList"/>
    <dgm:cxn modelId="{A821A158-AC8A-4FE7-BD60-DB9493DC65D3}" type="presParOf" srcId="{468881FF-097D-4273-A5D9-686AD9E5895D}" destId="{594B6D46-C5DE-4EE5-B722-F95E492F0558}" srcOrd="1" destOrd="0" presId="urn:microsoft.com/office/officeart/2018/2/layout/IconCircleList"/>
    <dgm:cxn modelId="{DF4E8335-7DEF-41E2-8427-B253C9EE2AED}" type="presParOf" srcId="{468881FF-097D-4273-A5D9-686AD9E5895D}" destId="{336CE771-22F6-4B55-A1B0-081E9FFD13EA}" srcOrd="2" destOrd="0" presId="urn:microsoft.com/office/officeart/2018/2/layout/IconCircleList"/>
    <dgm:cxn modelId="{B26590DC-89FE-4A87-994B-C10A83A0EB9A}" type="presParOf" srcId="{468881FF-097D-4273-A5D9-686AD9E5895D}" destId="{E78A5924-83D5-410B-B9EE-0A8FA33F1211}" srcOrd="3" destOrd="0" presId="urn:microsoft.com/office/officeart/2018/2/layout/IconCircleList"/>
    <dgm:cxn modelId="{656956B2-004B-4835-9D9C-23AB539CF27F}" type="presParOf" srcId="{A07EEFF3-3F62-4E83-AB17-EC4049896669}" destId="{FFC03905-6546-422F-AAEC-97FD553FEDF9}" srcOrd="1" destOrd="0" presId="urn:microsoft.com/office/officeart/2018/2/layout/IconCircleList"/>
    <dgm:cxn modelId="{7145FF7C-C294-4CC9-A001-B5197B23B095}" type="presParOf" srcId="{A07EEFF3-3F62-4E83-AB17-EC4049896669}" destId="{A822EEE5-92FA-45F8-A25C-7AA39530AEAA}" srcOrd="2" destOrd="0" presId="urn:microsoft.com/office/officeart/2018/2/layout/IconCircleList"/>
    <dgm:cxn modelId="{D776037C-799A-4828-B749-82CD48C82DA7}" type="presParOf" srcId="{A822EEE5-92FA-45F8-A25C-7AA39530AEAA}" destId="{B0F246CA-94B8-4505-A216-429648462FD6}" srcOrd="0" destOrd="0" presId="urn:microsoft.com/office/officeart/2018/2/layout/IconCircleList"/>
    <dgm:cxn modelId="{F2D0C7FC-7092-41F8-AD79-EA90C00CEEF8}" type="presParOf" srcId="{A822EEE5-92FA-45F8-A25C-7AA39530AEAA}" destId="{258B405E-AEFB-44F1-BF89-21B2CE2F03C8}" srcOrd="1" destOrd="0" presId="urn:microsoft.com/office/officeart/2018/2/layout/IconCircleList"/>
    <dgm:cxn modelId="{98C8B554-91AF-4596-A995-9C06FAD58AAF}" type="presParOf" srcId="{A822EEE5-92FA-45F8-A25C-7AA39530AEAA}" destId="{452C9608-DCF9-42D8-84DB-82C4AE0C201D}" srcOrd="2" destOrd="0" presId="urn:microsoft.com/office/officeart/2018/2/layout/IconCircleList"/>
    <dgm:cxn modelId="{497F73A2-43AE-4746-B6FC-ACD6227CC3FB}" type="presParOf" srcId="{A822EEE5-92FA-45F8-A25C-7AA39530AEAA}" destId="{67D50523-CB93-4DD5-BE1E-47113F622843}" srcOrd="3" destOrd="0" presId="urn:microsoft.com/office/officeart/2018/2/layout/IconCircleList"/>
    <dgm:cxn modelId="{375E22E5-7785-444B-98A1-C3208DADDF77}" type="presParOf" srcId="{A07EEFF3-3F62-4E83-AB17-EC4049896669}" destId="{8D923489-E7E8-414B-8173-7BCC5C38A27D}" srcOrd="3" destOrd="0" presId="urn:microsoft.com/office/officeart/2018/2/layout/IconCircleList"/>
    <dgm:cxn modelId="{D009342B-7F59-4D01-95EF-1B3E98AE31E0}" type="presParOf" srcId="{A07EEFF3-3F62-4E83-AB17-EC4049896669}" destId="{07B26633-6948-483F-A787-DFC5DDF23FF8}" srcOrd="4" destOrd="0" presId="urn:microsoft.com/office/officeart/2018/2/layout/IconCircleList"/>
    <dgm:cxn modelId="{B09141BC-44B8-44F9-BB86-A75FD3AE0346}" type="presParOf" srcId="{07B26633-6948-483F-A787-DFC5DDF23FF8}" destId="{E93625BE-76BE-41CE-A55F-7ACD353EB547}" srcOrd="0" destOrd="0" presId="urn:microsoft.com/office/officeart/2018/2/layout/IconCircleList"/>
    <dgm:cxn modelId="{C357D4E7-E30D-4897-9AED-244C10B1E6A8}" type="presParOf" srcId="{07B26633-6948-483F-A787-DFC5DDF23FF8}" destId="{8827C5AA-A3DF-48ED-A3D9-8DA606CA6772}" srcOrd="1" destOrd="0" presId="urn:microsoft.com/office/officeart/2018/2/layout/IconCircleList"/>
    <dgm:cxn modelId="{E17FA3EA-B6F5-4463-AF65-A3DCD1D03B60}" type="presParOf" srcId="{07B26633-6948-483F-A787-DFC5DDF23FF8}" destId="{17183E27-F880-425D-A6F7-85B46CB370B9}" srcOrd="2" destOrd="0" presId="urn:microsoft.com/office/officeart/2018/2/layout/IconCircleList"/>
    <dgm:cxn modelId="{89C143F1-218D-4793-8630-1D158E74B6A3}" type="presParOf" srcId="{07B26633-6948-483F-A787-DFC5DDF23FF8}" destId="{65D40EED-A704-4EAF-91BD-E7C112972B6C}" srcOrd="3" destOrd="0" presId="urn:microsoft.com/office/officeart/2018/2/layout/IconCircleList"/>
    <dgm:cxn modelId="{53C96A08-DA3C-46D0-B4C4-EB9D57A337FB}" type="presParOf" srcId="{A07EEFF3-3F62-4E83-AB17-EC4049896669}" destId="{6374F6BB-781A-43AD-A96B-420C9B09ED44}" srcOrd="5" destOrd="0" presId="urn:microsoft.com/office/officeart/2018/2/layout/IconCircleList"/>
    <dgm:cxn modelId="{F326D1B3-4D66-4033-B40A-B5C82B8C8076}" type="presParOf" srcId="{A07EEFF3-3F62-4E83-AB17-EC4049896669}" destId="{ED66F7DC-29D1-4D74-8854-C2E3BE4F529A}" srcOrd="6" destOrd="0" presId="urn:microsoft.com/office/officeart/2018/2/layout/IconCircleList"/>
    <dgm:cxn modelId="{5CAD6C05-9473-4E72-A692-167D06A4D1AE}" type="presParOf" srcId="{ED66F7DC-29D1-4D74-8854-C2E3BE4F529A}" destId="{7BCFEEF3-1673-463F-BE23-D651F83EE9D7}" srcOrd="0" destOrd="0" presId="urn:microsoft.com/office/officeart/2018/2/layout/IconCircleList"/>
    <dgm:cxn modelId="{3A01C27D-95A5-4449-8F0D-864C485E709F}" type="presParOf" srcId="{ED66F7DC-29D1-4D74-8854-C2E3BE4F529A}" destId="{85B96339-DD7F-41B8-85C7-29C222803894}" srcOrd="1" destOrd="0" presId="urn:microsoft.com/office/officeart/2018/2/layout/IconCircleList"/>
    <dgm:cxn modelId="{2203BA6D-876B-4062-907D-3AA8F8450DA4}" type="presParOf" srcId="{ED66F7DC-29D1-4D74-8854-C2E3BE4F529A}" destId="{F4204175-F1B6-4C92-868D-F0AA7978E566}" srcOrd="2" destOrd="0" presId="urn:microsoft.com/office/officeart/2018/2/layout/IconCircleList"/>
    <dgm:cxn modelId="{650641C9-D85D-4CBD-9A17-1FE41F7398EC}" type="presParOf" srcId="{ED66F7DC-29D1-4D74-8854-C2E3BE4F529A}" destId="{FBD5B087-8F76-413B-A2B6-D5ADA543F6A9}" srcOrd="3" destOrd="0" presId="urn:microsoft.com/office/officeart/2018/2/layout/IconCircleList"/>
    <dgm:cxn modelId="{B48F1A89-EA28-4438-8C8E-AF45B6A9BC53}" type="presParOf" srcId="{A07EEFF3-3F62-4E83-AB17-EC4049896669}" destId="{1518EE8D-C7C6-4DDE-A26D-C6DDAFF7E9D6}" srcOrd="7" destOrd="0" presId="urn:microsoft.com/office/officeart/2018/2/layout/IconCircleList"/>
    <dgm:cxn modelId="{1E35993F-42A2-4139-8810-FF84037F7835}" type="presParOf" srcId="{A07EEFF3-3F62-4E83-AB17-EC4049896669}" destId="{9674147F-E7E7-40EC-A764-6EAA612FD690}" srcOrd="8" destOrd="0" presId="urn:microsoft.com/office/officeart/2018/2/layout/IconCircleList"/>
    <dgm:cxn modelId="{FF3C11F3-A8E7-455F-BF77-AAB3ACED1108}" type="presParOf" srcId="{9674147F-E7E7-40EC-A764-6EAA612FD690}" destId="{97BFD236-53EE-451B-A48F-EBA1BA329BB2}" srcOrd="0" destOrd="0" presId="urn:microsoft.com/office/officeart/2018/2/layout/IconCircleList"/>
    <dgm:cxn modelId="{A87426A5-142E-4585-9751-BCDAF452867B}" type="presParOf" srcId="{9674147F-E7E7-40EC-A764-6EAA612FD690}" destId="{5EDAEDA8-78AC-4F66-95C7-C8D03E9037E5}" srcOrd="1" destOrd="0" presId="urn:microsoft.com/office/officeart/2018/2/layout/IconCircleList"/>
    <dgm:cxn modelId="{60256736-298C-4174-9439-475906E19D84}" type="presParOf" srcId="{9674147F-E7E7-40EC-A764-6EAA612FD690}" destId="{D2257416-6481-4A30-BA21-90AC3577ACCD}" srcOrd="2" destOrd="0" presId="urn:microsoft.com/office/officeart/2018/2/layout/IconCircleList"/>
    <dgm:cxn modelId="{67743D7D-8B90-407C-82F8-8F238D460ECA}" type="presParOf" srcId="{9674147F-E7E7-40EC-A764-6EAA612FD690}" destId="{2A3DEAF6-6709-4462-AC4A-884A15FE06EF}" srcOrd="3" destOrd="0" presId="urn:microsoft.com/office/officeart/2018/2/layout/IconCircleList"/>
    <dgm:cxn modelId="{03BD72B9-09EA-4926-85E7-7A7B097AB7DE}" type="presParOf" srcId="{A07EEFF3-3F62-4E83-AB17-EC4049896669}" destId="{7734DF62-B3FB-47E8-9895-8DB11679F8A3}" srcOrd="9" destOrd="0" presId="urn:microsoft.com/office/officeart/2018/2/layout/IconCircleList"/>
    <dgm:cxn modelId="{A95B5952-9C12-478B-9815-1DFF18099FB3}" type="presParOf" srcId="{A07EEFF3-3F62-4E83-AB17-EC4049896669}" destId="{D9CFDB0D-63FC-4985-901E-C1EA7F49878E}" srcOrd="10" destOrd="0" presId="urn:microsoft.com/office/officeart/2018/2/layout/IconCircleList"/>
    <dgm:cxn modelId="{1EF0CCE8-06D4-4A92-8F65-BFBD5F46B522}" type="presParOf" srcId="{D9CFDB0D-63FC-4985-901E-C1EA7F49878E}" destId="{B9A56FA4-778B-4054-A0CD-59B03D77DB89}" srcOrd="0" destOrd="0" presId="urn:microsoft.com/office/officeart/2018/2/layout/IconCircleList"/>
    <dgm:cxn modelId="{7D207C35-4376-4A99-9466-2F011B8E7858}" type="presParOf" srcId="{D9CFDB0D-63FC-4985-901E-C1EA7F49878E}" destId="{FF8606EE-3F83-4B2B-9F34-C5B3B7B14B2E}" srcOrd="1" destOrd="0" presId="urn:microsoft.com/office/officeart/2018/2/layout/IconCircleList"/>
    <dgm:cxn modelId="{C53650C8-9E4B-4E75-92DC-302BAE9A105B}" type="presParOf" srcId="{D9CFDB0D-63FC-4985-901E-C1EA7F49878E}" destId="{80CCC6B6-F551-45B1-85D4-8316A0D9F8E4}" srcOrd="2" destOrd="0" presId="urn:microsoft.com/office/officeart/2018/2/layout/IconCircleList"/>
    <dgm:cxn modelId="{8BBBA876-2528-4C1C-A8EE-D887063293AB}" type="presParOf" srcId="{D9CFDB0D-63FC-4985-901E-C1EA7F49878E}" destId="{7DE2F1C0-77EC-4A8C-BFA1-B6738C3EF66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CF0C71-9F3C-4135-9197-6DBCC63014C6}">
      <dsp:nvSpPr>
        <dsp:cNvPr id="0" name=""/>
        <dsp:cNvSpPr/>
      </dsp:nvSpPr>
      <dsp:spPr>
        <a:xfrm>
          <a:off x="1964568" y="28504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17000" r="-17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F99824-3119-4BD9-AABF-3C80A058C3FA}">
      <dsp:nvSpPr>
        <dsp:cNvPr id="0" name=""/>
        <dsp:cNvSpPr/>
      </dsp:nvSpPr>
      <dsp:spPr>
        <a:xfrm>
          <a:off x="559800" y="185823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Cyber Security</a:t>
          </a:r>
          <a:endParaRPr lang="en-US" sz="3600" kern="1200" dirty="0"/>
        </a:p>
      </dsp:txBody>
      <dsp:txXfrm>
        <a:off x="559800" y="1858239"/>
        <a:ext cx="4320000" cy="648000"/>
      </dsp:txXfrm>
    </dsp:sp>
    <dsp:sp modelId="{44A5D12D-034E-4547-ACA5-66D1C62D2046}">
      <dsp:nvSpPr>
        <dsp:cNvPr id="0" name=""/>
        <dsp:cNvSpPr/>
      </dsp:nvSpPr>
      <dsp:spPr>
        <a:xfrm>
          <a:off x="559800" y="2586302"/>
          <a:ext cx="4320000" cy="159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The state or process of protecting and recovering networks, devices, and programs from any type of cyberattack.</a:t>
          </a:r>
        </a:p>
      </dsp:txBody>
      <dsp:txXfrm>
        <a:off x="559800" y="2586302"/>
        <a:ext cx="4320000" cy="1590930"/>
      </dsp:txXfrm>
    </dsp:sp>
    <dsp:sp modelId="{F466E93A-DC2E-44A7-B404-BDE98E08DC33}">
      <dsp:nvSpPr>
        <dsp:cNvPr id="0" name=""/>
        <dsp:cNvSpPr/>
      </dsp:nvSpPr>
      <dsp:spPr>
        <a:xfrm>
          <a:off x="6942077" y="23009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6000" r="-26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8BB017-4710-4996-A209-4BEBD6EF7CAE}">
      <dsp:nvSpPr>
        <dsp:cNvPr id="0" name=""/>
        <dsp:cNvSpPr/>
      </dsp:nvSpPr>
      <dsp:spPr>
        <a:xfrm>
          <a:off x="5635800" y="185823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Cyber Attack</a:t>
          </a:r>
          <a:endParaRPr lang="en-US" sz="3600" kern="1200" dirty="0"/>
        </a:p>
      </dsp:txBody>
      <dsp:txXfrm>
        <a:off x="5635800" y="1858239"/>
        <a:ext cx="4320000" cy="648000"/>
      </dsp:txXfrm>
    </dsp:sp>
    <dsp:sp modelId="{00860069-9ED8-4E46-ADA8-77377D3AD40E}">
      <dsp:nvSpPr>
        <dsp:cNvPr id="0" name=""/>
        <dsp:cNvSpPr/>
      </dsp:nvSpPr>
      <dsp:spPr>
        <a:xfrm>
          <a:off x="5635800" y="2586302"/>
          <a:ext cx="4320000" cy="159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An evolving danger to organizations, employees, and consumers. Designed to access or destroy sensitive data, equipment, or extort money. Cyber Attacks can, in effect, destroy businesses and damage people’s financial and personal lives.</a:t>
          </a:r>
          <a:endParaRPr lang="en-US" sz="1700" kern="1200" dirty="0"/>
        </a:p>
      </dsp:txBody>
      <dsp:txXfrm>
        <a:off x="5635800" y="2586302"/>
        <a:ext cx="4320000" cy="1590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693A7-1943-4351-9FBF-D4332BBFB50B}">
      <dsp:nvSpPr>
        <dsp:cNvPr id="0" name=""/>
        <dsp:cNvSpPr/>
      </dsp:nvSpPr>
      <dsp:spPr>
        <a:xfrm>
          <a:off x="393" y="96356"/>
          <a:ext cx="1098562" cy="109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01E7F6-E89B-4B00-A517-1B2EA5CD894F}">
      <dsp:nvSpPr>
        <dsp:cNvPr id="0" name=""/>
        <dsp:cNvSpPr/>
      </dsp:nvSpPr>
      <dsp:spPr>
        <a:xfrm>
          <a:off x="393" y="1365275"/>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kern="1200"/>
            <a:t>Phishing</a:t>
          </a:r>
        </a:p>
      </dsp:txBody>
      <dsp:txXfrm>
        <a:off x="393" y="1365275"/>
        <a:ext cx="3138750" cy="470812"/>
      </dsp:txXfrm>
    </dsp:sp>
    <dsp:sp modelId="{D4050697-E578-4BE6-BFE9-E35C34442539}">
      <dsp:nvSpPr>
        <dsp:cNvPr id="0" name=""/>
        <dsp:cNvSpPr/>
      </dsp:nvSpPr>
      <dsp:spPr>
        <a:xfrm>
          <a:off x="393" y="1915323"/>
          <a:ext cx="3138750" cy="2142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Phishing is a cybercrime in which a target or targets are contacted by email, telephone or text message by someone posing as a legitimate institution to lure individuals into providing sensitive data such as personally identifiable information, banking, credit card details, and passwords. </a:t>
          </a:r>
        </a:p>
      </dsp:txBody>
      <dsp:txXfrm>
        <a:off x="393" y="1915323"/>
        <a:ext cx="3138750" cy="2142808"/>
      </dsp:txXfrm>
    </dsp:sp>
    <dsp:sp modelId="{DDF4EE14-B901-4DCA-B679-0F04A3CF6C4A}">
      <dsp:nvSpPr>
        <dsp:cNvPr id="0" name=""/>
        <dsp:cNvSpPr/>
      </dsp:nvSpPr>
      <dsp:spPr>
        <a:xfrm>
          <a:off x="3688425" y="96356"/>
          <a:ext cx="1098562" cy="109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7056FC-74B9-4F8C-9D3D-1D6FCFAEFF29}">
      <dsp:nvSpPr>
        <dsp:cNvPr id="0" name=""/>
        <dsp:cNvSpPr/>
      </dsp:nvSpPr>
      <dsp:spPr>
        <a:xfrm>
          <a:off x="3688425" y="1365275"/>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kern="1200"/>
            <a:t>Social Engineering</a:t>
          </a:r>
        </a:p>
      </dsp:txBody>
      <dsp:txXfrm>
        <a:off x="3688425" y="1365275"/>
        <a:ext cx="3138750" cy="470812"/>
      </dsp:txXfrm>
    </dsp:sp>
    <dsp:sp modelId="{BECEFBEB-08F8-4209-985E-945099EFC97C}">
      <dsp:nvSpPr>
        <dsp:cNvPr id="0" name=""/>
        <dsp:cNvSpPr/>
      </dsp:nvSpPr>
      <dsp:spPr>
        <a:xfrm>
          <a:off x="3688425" y="1915323"/>
          <a:ext cx="3138750" cy="2142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The art of manipulating people so they give up confidential information.</a:t>
          </a:r>
        </a:p>
      </dsp:txBody>
      <dsp:txXfrm>
        <a:off x="3688425" y="1915323"/>
        <a:ext cx="3138750" cy="2142808"/>
      </dsp:txXfrm>
    </dsp:sp>
    <dsp:sp modelId="{C4CDE8BA-7CF8-4190-8AB1-5F60A2625D0E}">
      <dsp:nvSpPr>
        <dsp:cNvPr id="0" name=""/>
        <dsp:cNvSpPr/>
      </dsp:nvSpPr>
      <dsp:spPr>
        <a:xfrm>
          <a:off x="7376456" y="96356"/>
          <a:ext cx="1098562" cy="1098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38E553-CE2B-44F5-822B-4507B031B74C}">
      <dsp:nvSpPr>
        <dsp:cNvPr id="0" name=""/>
        <dsp:cNvSpPr/>
      </dsp:nvSpPr>
      <dsp:spPr>
        <a:xfrm>
          <a:off x="7376456" y="1365275"/>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kern="1200"/>
            <a:t>Data Breach</a:t>
          </a:r>
        </a:p>
      </dsp:txBody>
      <dsp:txXfrm>
        <a:off x="7376456" y="1365275"/>
        <a:ext cx="3138750" cy="470812"/>
      </dsp:txXfrm>
    </dsp:sp>
    <dsp:sp modelId="{83234996-BBC9-4555-8874-7BD012CEA028}">
      <dsp:nvSpPr>
        <dsp:cNvPr id="0" name=""/>
        <dsp:cNvSpPr/>
      </dsp:nvSpPr>
      <dsp:spPr>
        <a:xfrm>
          <a:off x="7376456" y="1915323"/>
          <a:ext cx="3138750" cy="2142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The intentional or unintentional release of secure or private/confidential information to an untrusted environment.</a:t>
          </a:r>
        </a:p>
      </dsp:txBody>
      <dsp:txXfrm>
        <a:off x="7376456" y="1915323"/>
        <a:ext cx="3138750" cy="21428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90A4DA-D386-4F43-B488-FE3A54A226E0}">
      <dsp:nvSpPr>
        <dsp:cNvPr id="0" name=""/>
        <dsp:cNvSpPr/>
      </dsp:nvSpPr>
      <dsp:spPr>
        <a:xfrm>
          <a:off x="1747800" y="510093"/>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BE61B5-B01D-447E-8154-3BBDB2EF8237}">
      <dsp:nvSpPr>
        <dsp:cNvPr id="0" name=""/>
        <dsp:cNvSpPr/>
      </dsp:nvSpPr>
      <dsp:spPr>
        <a:xfrm>
          <a:off x="559800" y="292439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dirty="0"/>
            <a:t>The Average # of employees in an organization that is a victim of ransomware is 71</a:t>
          </a:r>
          <a:r>
            <a:rPr lang="en-US" sz="1800" kern="1200" baseline="30000" dirty="0"/>
            <a:t>1</a:t>
          </a:r>
          <a:endParaRPr lang="en-US" sz="1800" kern="1200" dirty="0"/>
        </a:p>
      </dsp:txBody>
      <dsp:txXfrm>
        <a:off x="559800" y="2924394"/>
        <a:ext cx="4320000" cy="720000"/>
      </dsp:txXfrm>
    </dsp:sp>
    <dsp:sp modelId="{1CE7CAFA-B8D1-4CB2-975A-74AD34E901B8}">
      <dsp:nvSpPr>
        <dsp:cNvPr id="0" name=""/>
        <dsp:cNvSpPr/>
      </dsp:nvSpPr>
      <dsp:spPr>
        <a:xfrm>
          <a:off x="6823800" y="510093"/>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FB61DB-6990-49E7-970B-5C48F44E0B6C}">
      <dsp:nvSpPr>
        <dsp:cNvPr id="0" name=""/>
        <dsp:cNvSpPr/>
      </dsp:nvSpPr>
      <dsp:spPr>
        <a:xfrm>
          <a:off x="5635800" y="292439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dirty="0"/>
            <a:t>91% of attacks by sophisticated cybercriminals start through spear phishing emails</a:t>
          </a:r>
          <a:r>
            <a:rPr lang="en-US" sz="1800" kern="1200" baseline="30000" dirty="0"/>
            <a:t>2</a:t>
          </a:r>
          <a:endParaRPr lang="en-US" sz="1800" kern="1200" dirty="0"/>
        </a:p>
      </dsp:txBody>
      <dsp:txXfrm>
        <a:off x="5635800" y="2924394"/>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9385E-B4CE-4EBC-8CF0-158E31D570B6}">
      <dsp:nvSpPr>
        <dsp:cNvPr id="0" name=""/>
        <dsp:cNvSpPr/>
      </dsp:nvSpPr>
      <dsp:spPr>
        <a:xfrm>
          <a:off x="679050" y="578168"/>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E1F6FF-A019-4C4E-AA13-518313E11D25}">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6D7345-46E3-4398-9ABE-0108DAC1AC53}">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Average total Cost of a Data Breach $3.86Million</a:t>
          </a:r>
          <a:r>
            <a:rPr lang="en-US" sz="1500" kern="1200" baseline="30000"/>
            <a:t>1</a:t>
          </a:r>
          <a:endParaRPr lang="en-US" sz="1500" kern="1200"/>
        </a:p>
      </dsp:txBody>
      <dsp:txXfrm>
        <a:off x="75768" y="3053169"/>
        <a:ext cx="3093750" cy="720000"/>
      </dsp:txXfrm>
    </dsp:sp>
    <dsp:sp modelId="{1F0BC27C-5A2C-4E1B-B464-4A66626DBE8D}">
      <dsp:nvSpPr>
        <dsp:cNvPr id="0" name=""/>
        <dsp:cNvSpPr/>
      </dsp:nvSpPr>
      <dsp:spPr>
        <a:xfrm>
          <a:off x="4314206" y="578168"/>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11ED78-7F11-4317-86F9-70F292A47A0B}">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2234BB-5195-4C8C-896A-B0F6B2B47E44}">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Likelihood of a recurring Data Breach over the next two years 27.9% </a:t>
          </a:r>
          <a:r>
            <a:rPr lang="en-US" sz="1500" kern="1200" baseline="30000"/>
            <a:t>1</a:t>
          </a:r>
          <a:endParaRPr lang="en-US" sz="1500" kern="1200" dirty="0"/>
        </a:p>
      </dsp:txBody>
      <dsp:txXfrm>
        <a:off x="3710925" y="3053169"/>
        <a:ext cx="3093750" cy="720000"/>
      </dsp:txXfrm>
    </dsp:sp>
    <dsp:sp modelId="{02E2DDB0-8F74-4837-BA05-EBB8969A6377}">
      <dsp:nvSpPr>
        <dsp:cNvPr id="0" name=""/>
        <dsp:cNvSpPr/>
      </dsp:nvSpPr>
      <dsp:spPr>
        <a:xfrm>
          <a:off x="7949362" y="578168"/>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387F5F-0F75-4C2E-9DD5-122739734917}">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5A29ED-6884-4A69-B0FA-019D2497A838}">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Average Cost of Ransomware in a 2017 Study was $133,000</a:t>
          </a:r>
          <a:r>
            <a:rPr lang="en-US" sz="1500" kern="1200" baseline="30000"/>
            <a:t>2</a:t>
          </a:r>
          <a:endParaRPr lang="en-US" sz="1500" kern="1200" dirty="0"/>
        </a:p>
      </dsp:txBody>
      <dsp:txXfrm>
        <a:off x="7346081" y="3053169"/>
        <a:ext cx="30937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5DFD68-34FF-427D-B2F4-FFF64172D950}">
      <dsp:nvSpPr>
        <dsp:cNvPr id="0" name=""/>
        <dsp:cNvSpPr/>
      </dsp:nvSpPr>
      <dsp:spPr>
        <a:xfrm>
          <a:off x="617763" y="2014"/>
          <a:ext cx="955388" cy="955388"/>
        </a:xfrm>
        <a:prstGeom prst="ellipse">
          <a:avLst/>
        </a:prstGeom>
        <a:solidFill>
          <a:srgbClr val="ED7D31">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6CA79799-840C-4EC4-B897-15DD884EE211}">
      <dsp:nvSpPr>
        <dsp:cNvPr id="0" name=""/>
        <dsp:cNvSpPr/>
      </dsp:nvSpPr>
      <dsp:spPr>
        <a:xfrm>
          <a:off x="821371" y="205621"/>
          <a:ext cx="548173" cy="5481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60A717-7F00-4D8B-847D-4BAEC843D852}">
      <dsp:nvSpPr>
        <dsp:cNvPr id="0" name=""/>
        <dsp:cNvSpPr/>
      </dsp:nvSpPr>
      <dsp:spPr>
        <a:xfrm>
          <a:off x="312352" y="1254983"/>
          <a:ext cx="1566210" cy="626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cap="all" dirty="0">
              <a:solidFill>
                <a:schemeClr val="tx1"/>
              </a:solidFill>
              <a:latin typeface="Calibri" panose="020F0502020204030204"/>
              <a:ea typeface="+mn-ea"/>
              <a:cs typeface="+mn-cs"/>
            </a:rPr>
            <a:t>Don’t send account credentials over email</a:t>
          </a:r>
        </a:p>
      </dsp:txBody>
      <dsp:txXfrm>
        <a:off x="312352" y="1254983"/>
        <a:ext cx="1566210" cy="626484"/>
      </dsp:txXfrm>
    </dsp:sp>
    <dsp:sp modelId="{FB760DFB-23C7-4612-8CCC-3C5814FEB029}">
      <dsp:nvSpPr>
        <dsp:cNvPr id="0" name=""/>
        <dsp:cNvSpPr/>
      </dsp:nvSpPr>
      <dsp:spPr>
        <a:xfrm>
          <a:off x="2458061" y="2014"/>
          <a:ext cx="955388" cy="955388"/>
        </a:xfrm>
        <a:prstGeom prst="ellipse">
          <a:avLst/>
        </a:prstGeom>
        <a:solidFill>
          <a:srgbClr val="A5A5A5">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D2C1EF8D-CC9C-4488-9415-758A2A561EE7}">
      <dsp:nvSpPr>
        <dsp:cNvPr id="0" name=""/>
        <dsp:cNvSpPr/>
      </dsp:nvSpPr>
      <dsp:spPr>
        <a:xfrm>
          <a:off x="2661669" y="205621"/>
          <a:ext cx="548173" cy="5481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B7A3BC-EFC5-4949-BC76-E5B183E49E18}">
      <dsp:nvSpPr>
        <dsp:cNvPr id="0" name=""/>
        <dsp:cNvSpPr/>
      </dsp:nvSpPr>
      <dsp:spPr>
        <a:xfrm>
          <a:off x="2152650" y="1254983"/>
          <a:ext cx="1566210" cy="626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cap="all" dirty="0">
              <a:solidFill>
                <a:schemeClr val="tx1"/>
              </a:solidFill>
              <a:latin typeface="Calibri" panose="020F0502020204030204"/>
              <a:ea typeface="+mn-ea"/>
              <a:cs typeface="+mn-cs"/>
            </a:rPr>
            <a:t>Pay close attention to all emails</a:t>
          </a:r>
        </a:p>
      </dsp:txBody>
      <dsp:txXfrm>
        <a:off x="2152650" y="1254983"/>
        <a:ext cx="1566210" cy="626484"/>
      </dsp:txXfrm>
    </dsp:sp>
    <dsp:sp modelId="{C3D1CCDE-70BA-4E89-955C-D87DBD7834D4}">
      <dsp:nvSpPr>
        <dsp:cNvPr id="0" name=""/>
        <dsp:cNvSpPr/>
      </dsp:nvSpPr>
      <dsp:spPr>
        <a:xfrm>
          <a:off x="4298359" y="2014"/>
          <a:ext cx="955388" cy="955388"/>
        </a:xfrm>
        <a:prstGeom prst="ellipse">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CEC04807-06F2-4590-8909-168D88589C56}">
      <dsp:nvSpPr>
        <dsp:cNvPr id="0" name=""/>
        <dsp:cNvSpPr/>
      </dsp:nvSpPr>
      <dsp:spPr>
        <a:xfrm>
          <a:off x="4501966" y="205621"/>
          <a:ext cx="548173" cy="5481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4E7078-B9D8-4DD9-BAF6-6D56FFB4388D}">
      <dsp:nvSpPr>
        <dsp:cNvPr id="0" name=""/>
        <dsp:cNvSpPr/>
      </dsp:nvSpPr>
      <dsp:spPr>
        <a:xfrm>
          <a:off x="3992948" y="1254983"/>
          <a:ext cx="1566210" cy="626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cap="all" dirty="0">
              <a:solidFill>
                <a:schemeClr val="tx1"/>
              </a:solidFill>
              <a:latin typeface="Calibri" panose="020F0502020204030204"/>
              <a:ea typeface="+mn-ea"/>
              <a:cs typeface="+mn-cs"/>
            </a:rPr>
            <a:t>Verify the Identity of the sender</a:t>
          </a:r>
        </a:p>
      </dsp:txBody>
      <dsp:txXfrm>
        <a:off x="3992948" y="1254983"/>
        <a:ext cx="1566210" cy="626484"/>
      </dsp:txXfrm>
    </dsp:sp>
    <dsp:sp modelId="{F6FAEE36-3E7D-4CE1-ACA6-D9F82D3C00A9}">
      <dsp:nvSpPr>
        <dsp:cNvPr id="0" name=""/>
        <dsp:cNvSpPr/>
      </dsp:nvSpPr>
      <dsp:spPr>
        <a:xfrm>
          <a:off x="617763" y="2273020"/>
          <a:ext cx="955388" cy="955388"/>
        </a:xfrm>
        <a:prstGeom prst="ellipse">
          <a:avLst/>
        </a:prstGeom>
        <a:solidFill>
          <a:srgbClr val="5B9BD5">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5A3274CA-DF1F-4F78-BD62-23A67EDB11F6}">
      <dsp:nvSpPr>
        <dsp:cNvPr id="0" name=""/>
        <dsp:cNvSpPr/>
      </dsp:nvSpPr>
      <dsp:spPr>
        <a:xfrm>
          <a:off x="821371" y="2476627"/>
          <a:ext cx="548173" cy="54817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73E8F9-C9A7-4344-BE9A-257363C3DFDF}">
      <dsp:nvSpPr>
        <dsp:cNvPr id="0" name=""/>
        <dsp:cNvSpPr/>
      </dsp:nvSpPr>
      <dsp:spPr>
        <a:xfrm>
          <a:off x="312352" y="3525989"/>
          <a:ext cx="1566210" cy="626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cap="all" dirty="0">
              <a:solidFill>
                <a:schemeClr val="tx1"/>
              </a:solidFill>
              <a:latin typeface="Calibri" panose="020F0502020204030204"/>
              <a:ea typeface="+mn-ea"/>
              <a:cs typeface="+mn-cs"/>
            </a:rPr>
            <a:t>NEVER</a:t>
          </a:r>
          <a:r>
            <a:rPr lang="en-US" sz="1300" kern="1200" cap="all" dirty="0">
              <a:solidFill>
                <a:schemeClr val="tx1"/>
              </a:solidFill>
              <a:latin typeface="Calibri" panose="020F0502020204030204"/>
              <a:ea typeface="+mn-ea"/>
              <a:cs typeface="+mn-cs"/>
            </a:rPr>
            <a:t> download unexpected attachments</a:t>
          </a:r>
        </a:p>
      </dsp:txBody>
      <dsp:txXfrm>
        <a:off x="312352" y="3525989"/>
        <a:ext cx="1566210" cy="626484"/>
      </dsp:txXfrm>
    </dsp:sp>
    <dsp:sp modelId="{3F051F13-717D-4598-AFA2-3A7EDB49D294}">
      <dsp:nvSpPr>
        <dsp:cNvPr id="0" name=""/>
        <dsp:cNvSpPr/>
      </dsp:nvSpPr>
      <dsp:spPr>
        <a:xfrm>
          <a:off x="2458061" y="2273020"/>
          <a:ext cx="955388" cy="955388"/>
        </a:xfrm>
        <a:prstGeom prst="ellipse">
          <a:avLst/>
        </a:prstGeom>
        <a:solidFill>
          <a:srgbClr val="70AD47">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33627366-14B1-4ABE-810C-AE6FC3BFF9A1}">
      <dsp:nvSpPr>
        <dsp:cNvPr id="0" name=""/>
        <dsp:cNvSpPr/>
      </dsp:nvSpPr>
      <dsp:spPr>
        <a:xfrm>
          <a:off x="2661669" y="2476627"/>
          <a:ext cx="548173" cy="54817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61E782-4473-476A-86EB-4BB3FAEA4713}">
      <dsp:nvSpPr>
        <dsp:cNvPr id="0" name=""/>
        <dsp:cNvSpPr/>
      </dsp:nvSpPr>
      <dsp:spPr>
        <a:xfrm>
          <a:off x="2152650" y="3525989"/>
          <a:ext cx="1566210" cy="626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cap="all" dirty="0">
              <a:solidFill>
                <a:schemeClr val="tx1"/>
              </a:solidFill>
              <a:latin typeface="Calibri" panose="020F0502020204030204"/>
              <a:ea typeface="+mn-ea"/>
              <a:cs typeface="+mn-cs"/>
            </a:rPr>
            <a:t>Report all suspicious emails to I.T.</a:t>
          </a:r>
        </a:p>
      </dsp:txBody>
      <dsp:txXfrm>
        <a:off x="2152650" y="3525989"/>
        <a:ext cx="1566210" cy="626484"/>
      </dsp:txXfrm>
    </dsp:sp>
    <dsp:sp modelId="{E684B352-B9F8-4A6E-8361-42BDA8A98FB3}">
      <dsp:nvSpPr>
        <dsp:cNvPr id="0" name=""/>
        <dsp:cNvSpPr/>
      </dsp:nvSpPr>
      <dsp:spPr>
        <a:xfrm>
          <a:off x="4298359" y="2273020"/>
          <a:ext cx="955388" cy="955388"/>
        </a:xfrm>
        <a:prstGeom prst="ellipse">
          <a:avLst/>
        </a:prstGeom>
        <a:solidFill>
          <a:srgbClr val="ED7D31">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D7769212-F94B-441A-8CF2-213E07D4453C}">
      <dsp:nvSpPr>
        <dsp:cNvPr id="0" name=""/>
        <dsp:cNvSpPr/>
      </dsp:nvSpPr>
      <dsp:spPr>
        <a:xfrm>
          <a:off x="4501966" y="2476627"/>
          <a:ext cx="548173" cy="54817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FCAF86-04E0-4800-8FBF-50DB72E0DAE1}">
      <dsp:nvSpPr>
        <dsp:cNvPr id="0" name=""/>
        <dsp:cNvSpPr/>
      </dsp:nvSpPr>
      <dsp:spPr>
        <a:xfrm>
          <a:off x="3992948" y="3525989"/>
          <a:ext cx="1566210" cy="626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kern="1200" cap="all" dirty="0">
              <a:solidFill>
                <a:schemeClr val="tx1"/>
              </a:solidFill>
              <a:latin typeface="Calibri" panose="020F0502020204030204"/>
              <a:ea typeface="+mn-ea"/>
              <a:cs typeface="+mn-cs"/>
            </a:rPr>
            <a:t>Call the sender if you believe the email may be fake</a:t>
          </a:r>
        </a:p>
      </dsp:txBody>
      <dsp:txXfrm>
        <a:off x="3992948" y="3525989"/>
        <a:ext cx="1566210" cy="6264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0F0EC7-651F-4DC2-9E68-FA2A1A727766}">
      <dsp:nvSpPr>
        <dsp:cNvPr id="0" name=""/>
        <dsp:cNvSpPr/>
      </dsp:nvSpPr>
      <dsp:spPr>
        <a:xfrm>
          <a:off x="1371" y="1093373"/>
          <a:ext cx="1576723" cy="7883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Microsoft Word</a:t>
          </a:r>
        </a:p>
      </dsp:txBody>
      <dsp:txXfrm>
        <a:off x="24461" y="1116463"/>
        <a:ext cx="1530543" cy="742181"/>
      </dsp:txXfrm>
    </dsp:sp>
    <dsp:sp modelId="{618F80D8-FC17-46C8-BDFB-CE6DD842D2C7}">
      <dsp:nvSpPr>
        <dsp:cNvPr id="0" name=""/>
        <dsp:cNvSpPr/>
      </dsp:nvSpPr>
      <dsp:spPr>
        <a:xfrm>
          <a:off x="159044" y="1881734"/>
          <a:ext cx="157672" cy="591271"/>
        </a:xfrm>
        <a:custGeom>
          <a:avLst/>
          <a:gdLst/>
          <a:ahLst/>
          <a:cxnLst/>
          <a:rect l="0" t="0" r="0" b="0"/>
          <a:pathLst>
            <a:path>
              <a:moveTo>
                <a:pt x="0" y="0"/>
              </a:moveTo>
              <a:lnTo>
                <a:pt x="0" y="591271"/>
              </a:lnTo>
              <a:lnTo>
                <a:pt x="157672" y="5912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4BDED6-71F3-4AD5-8339-D47DA5446D48}">
      <dsp:nvSpPr>
        <dsp:cNvPr id="0" name=""/>
        <dsp:cNvSpPr/>
      </dsp:nvSpPr>
      <dsp:spPr>
        <a:xfrm>
          <a:off x="316716" y="2078825"/>
          <a:ext cx="1261378" cy="7883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.doc</a:t>
          </a:r>
        </a:p>
      </dsp:txBody>
      <dsp:txXfrm>
        <a:off x="339806" y="2101915"/>
        <a:ext cx="1215198" cy="742181"/>
      </dsp:txXfrm>
    </dsp:sp>
    <dsp:sp modelId="{069BA1D8-76D8-403A-92CE-7D9D50BBDF51}">
      <dsp:nvSpPr>
        <dsp:cNvPr id="0" name=""/>
        <dsp:cNvSpPr/>
      </dsp:nvSpPr>
      <dsp:spPr>
        <a:xfrm>
          <a:off x="159044" y="1881734"/>
          <a:ext cx="157672" cy="1576723"/>
        </a:xfrm>
        <a:custGeom>
          <a:avLst/>
          <a:gdLst/>
          <a:ahLst/>
          <a:cxnLst/>
          <a:rect l="0" t="0" r="0" b="0"/>
          <a:pathLst>
            <a:path>
              <a:moveTo>
                <a:pt x="0" y="0"/>
              </a:moveTo>
              <a:lnTo>
                <a:pt x="0" y="1576723"/>
              </a:lnTo>
              <a:lnTo>
                <a:pt x="157672" y="15767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5AD677-6F0A-4DF5-A4A2-EC7D88F8BFF1}">
      <dsp:nvSpPr>
        <dsp:cNvPr id="0" name=""/>
        <dsp:cNvSpPr/>
      </dsp:nvSpPr>
      <dsp:spPr>
        <a:xfrm>
          <a:off x="316716" y="3064277"/>
          <a:ext cx="1261378" cy="7883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.docx</a:t>
          </a:r>
        </a:p>
      </dsp:txBody>
      <dsp:txXfrm>
        <a:off x="339806" y="3087367"/>
        <a:ext cx="1215198" cy="742181"/>
      </dsp:txXfrm>
    </dsp:sp>
    <dsp:sp modelId="{DC563A29-69AC-47A7-8B9F-C58DF8596C60}">
      <dsp:nvSpPr>
        <dsp:cNvPr id="0" name=""/>
        <dsp:cNvSpPr/>
      </dsp:nvSpPr>
      <dsp:spPr>
        <a:xfrm>
          <a:off x="1972276" y="1093373"/>
          <a:ext cx="1576723" cy="7883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Microsoft Excel</a:t>
          </a:r>
        </a:p>
      </dsp:txBody>
      <dsp:txXfrm>
        <a:off x="1995366" y="1116463"/>
        <a:ext cx="1530543" cy="742181"/>
      </dsp:txXfrm>
    </dsp:sp>
    <dsp:sp modelId="{0FA6F433-4842-4F5C-B895-E1E57619DDAC}">
      <dsp:nvSpPr>
        <dsp:cNvPr id="0" name=""/>
        <dsp:cNvSpPr/>
      </dsp:nvSpPr>
      <dsp:spPr>
        <a:xfrm>
          <a:off x="2129948" y="1881734"/>
          <a:ext cx="157672" cy="591271"/>
        </a:xfrm>
        <a:custGeom>
          <a:avLst/>
          <a:gdLst/>
          <a:ahLst/>
          <a:cxnLst/>
          <a:rect l="0" t="0" r="0" b="0"/>
          <a:pathLst>
            <a:path>
              <a:moveTo>
                <a:pt x="0" y="0"/>
              </a:moveTo>
              <a:lnTo>
                <a:pt x="0" y="591271"/>
              </a:lnTo>
              <a:lnTo>
                <a:pt x="157672" y="5912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C84A7D-6734-47B1-891C-B80DF52D0D0F}">
      <dsp:nvSpPr>
        <dsp:cNvPr id="0" name=""/>
        <dsp:cNvSpPr/>
      </dsp:nvSpPr>
      <dsp:spPr>
        <a:xfrm>
          <a:off x="2287620" y="2078825"/>
          <a:ext cx="1261378" cy="7883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a:t>
          </a:r>
          <a:r>
            <a:rPr lang="en-US" sz="3800" kern="1200" dirty="0" err="1"/>
            <a:t>xls</a:t>
          </a:r>
          <a:endParaRPr lang="en-US" sz="3800" kern="1200" dirty="0"/>
        </a:p>
      </dsp:txBody>
      <dsp:txXfrm>
        <a:off x="2310710" y="2101915"/>
        <a:ext cx="1215198" cy="742181"/>
      </dsp:txXfrm>
    </dsp:sp>
    <dsp:sp modelId="{807B7BDE-3ADC-4F67-893E-6C4F58313D8F}">
      <dsp:nvSpPr>
        <dsp:cNvPr id="0" name=""/>
        <dsp:cNvSpPr/>
      </dsp:nvSpPr>
      <dsp:spPr>
        <a:xfrm>
          <a:off x="2129948" y="1881734"/>
          <a:ext cx="157672" cy="1576723"/>
        </a:xfrm>
        <a:custGeom>
          <a:avLst/>
          <a:gdLst/>
          <a:ahLst/>
          <a:cxnLst/>
          <a:rect l="0" t="0" r="0" b="0"/>
          <a:pathLst>
            <a:path>
              <a:moveTo>
                <a:pt x="0" y="0"/>
              </a:moveTo>
              <a:lnTo>
                <a:pt x="0" y="1576723"/>
              </a:lnTo>
              <a:lnTo>
                <a:pt x="157672" y="15767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C47B43-6EAF-47FC-99EF-4A0D4ED857EE}">
      <dsp:nvSpPr>
        <dsp:cNvPr id="0" name=""/>
        <dsp:cNvSpPr/>
      </dsp:nvSpPr>
      <dsp:spPr>
        <a:xfrm>
          <a:off x="2287620" y="3064277"/>
          <a:ext cx="1261378" cy="7883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.xlsx</a:t>
          </a:r>
        </a:p>
      </dsp:txBody>
      <dsp:txXfrm>
        <a:off x="2310710" y="3087367"/>
        <a:ext cx="1215198" cy="742181"/>
      </dsp:txXfrm>
    </dsp:sp>
    <dsp:sp modelId="{0D427D8B-4B96-4BF9-9FCF-33FB76EA01AD}">
      <dsp:nvSpPr>
        <dsp:cNvPr id="0" name=""/>
        <dsp:cNvSpPr/>
      </dsp:nvSpPr>
      <dsp:spPr>
        <a:xfrm>
          <a:off x="3943180" y="1093373"/>
          <a:ext cx="1576723" cy="7883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PowerPoint</a:t>
          </a:r>
        </a:p>
      </dsp:txBody>
      <dsp:txXfrm>
        <a:off x="3966270" y="1116463"/>
        <a:ext cx="1530543" cy="742181"/>
      </dsp:txXfrm>
    </dsp:sp>
    <dsp:sp modelId="{97DD87B9-30CC-4646-943E-ABB8CC28490F}">
      <dsp:nvSpPr>
        <dsp:cNvPr id="0" name=""/>
        <dsp:cNvSpPr/>
      </dsp:nvSpPr>
      <dsp:spPr>
        <a:xfrm>
          <a:off x="4100852" y="1881734"/>
          <a:ext cx="157672" cy="591271"/>
        </a:xfrm>
        <a:custGeom>
          <a:avLst/>
          <a:gdLst/>
          <a:ahLst/>
          <a:cxnLst/>
          <a:rect l="0" t="0" r="0" b="0"/>
          <a:pathLst>
            <a:path>
              <a:moveTo>
                <a:pt x="0" y="0"/>
              </a:moveTo>
              <a:lnTo>
                <a:pt x="0" y="591271"/>
              </a:lnTo>
              <a:lnTo>
                <a:pt x="157672" y="5912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608C49-77F0-47CE-9944-5249B050FAC0}">
      <dsp:nvSpPr>
        <dsp:cNvPr id="0" name=""/>
        <dsp:cNvSpPr/>
      </dsp:nvSpPr>
      <dsp:spPr>
        <a:xfrm>
          <a:off x="4258525" y="2078825"/>
          <a:ext cx="1261378" cy="7883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.ppt</a:t>
          </a:r>
        </a:p>
      </dsp:txBody>
      <dsp:txXfrm>
        <a:off x="4281615" y="2101915"/>
        <a:ext cx="1215198" cy="742181"/>
      </dsp:txXfrm>
    </dsp:sp>
    <dsp:sp modelId="{0BD5A7A6-D556-4C12-B950-D4EDDE43DC3D}">
      <dsp:nvSpPr>
        <dsp:cNvPr id="0" name=""/>
        <dsp:cNvSpPr/>
      </dsp:nvSpPr>
      <dsp:spPr>
        <a:xfrm>
          <a:off x="4100852" y="1881734"/>
          <a:ext cx="157672" cy="1576723"/>
        </a:xfrm>
        <a:custGeom>
          <a:avLst/>
          <a:gdLst/>
          <a:ahLst/>
          <a:cxnLst/>
          <a:rect l="0" t="0" r="0" b="0"/>
          <a:pathLst>
            <a:path>
              <a:moveTo>
                <a:pt x="0" y="0"/>
              </a:moveTo>
              <a:lnTo>
                <a:pt x="0" y="1576723"/>
              </a:lnTo>
              <a:lnTo>
                <a:pt x="157672" y="15767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3A0448-FE39-4066-97A7-826F71B7D96A}">
      <dsp:nvSpPr>
        <dsp:cNvPr id="0" name=""/>
        <dsp:cNvSpPr/>
      </dsp:nvSpPr>
      <dsp:spPr>
        <a:xfrm>
          <a:off x="4258525" y="3064277"/>
          <a:ext cx="1261378" cy="7883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.pptx</a:t>
          </a:r>
        </a:p>
      </dsp:txBody>
      <dsp:txXfrm>
        <a:off x="4281615" y="3087367"/>
        <a:ext cx="1215198" cy="742181"/>
      </dsp:txXfrm>
    </dsp:sp>
    <dsp:sp modelId="{87F4D3AE-086F-4247-AA94-B4CE948AACE8}">
      <dsp:nvSpPr>
        <dsp:cNvPr id="0" name=""/>
        <dsp:cNvSpPr/>
      </dsp:nvSpPr>
      <dsp:spPr>
        <a:xfrm>
          <a:off x="5914084" y="1093373"/>
          <a:ext cx="1576723" cy="7883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PDF</a:t>
          </a:r>
        </a:p>
      </dsp:txBody>
      <dsp:txXfrm>
        <a:off x="5937174" y="1116463"/>
        <a:ext cx="1530543" cy="742181"/>
      </dsp:txXfrm>
    </dsp:sp>
    <dsp:sp modelId="{EAE3A32A-2D9A-4487-A22D-07CF6F5712CB}">
      <dsp:nvSpPr>
        <dsp:cNvPr id="0" name=""/>
        <dsp:cNvSpPr/>
      </dsp:nvSpPr>
      <dsp:spPr>
        <a:xfrm>
          <a:off x="6071757" y="1881734"/>
          <a:ext cx="157672" cy="591271"/>
        </a:xfrm>
        <a:custGeom>
          <a:avLst/>
          <a:gdLst/>
          <a:ahLst/>
          <a:cxnLst/>
          <a:rect l="0" t="0" r="0" b="0"/>
          <a:pathLst>
            <a:path>
              <a:moveTo>
                <a:pt x="0" y="0"/>
              </a:moveTo>
              <a:lnTo>
                <a:pt x="0" y="591271"/>
              </a:lnTo>
              <a:lnTo>
                <a:pt x="157672" y="5912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20FDDE-EDBE-4E8F-BF2D-7BC36A4B6637}">
      <dsp:nvSpPr>
        <dsp:cNvPr id="0" name=""/>
        <dsp:cNvSpPr/>
      </dsp:nvSpPr>
      <dsp:spPr>
        <a:xfrm>
          <a:off x="6229429" y="2078825"/>
          <a:ext cx="1261378" cy="7883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.pdf</a:t>
          </a:r>
        </a:p>
      </dsp:txBody>
      <dsp:txXfrm>
        <a:off x="6252519" y="2101915"/>
        <a:ext cx="1215198" cy="7421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0F0EC7-651F-4DC2-9E68-FA2A1A727766}">
      <dsp:nvSpPr>
        <dsp:cNvPr id="0" name=""/>
        <dsp:cNvSpPr/>
      </dsp:nvSpPr>
      <dsp:spPr>
        <a:xfrm>
          <a:off x="1257" y="878612"/>
          <a:ext cx="1444948" cy="7224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Executable</a:t>
          </a:r>
        </a:p>
      </dsp:txBody>
      <dsp:txXfrm>
        <a:off x="22418" y="899773"/>
        <a:ext cx="1402626" cy="680152"/>
      </dsp:txXfrm>
    </dsp:sp>
    <dsp:sp modelId="{618F80D8-FC17-46C8-BDFB-CE6DD842D2C7}">
      <dsp:nvSpPr>
        <dsp:cNvPr id="0" name=""/>
        <dsp:cNvSpPr/>
      </dsp:nvSpPr>
      <dsp:spPr>
        <a:xfrm>
          <a:off x="145752" y="1601087"/>
          <a:ext cx="144494" cy="541855"/>
        </a:xfrm>
        <a:custGeom>
          <a:avLst/>
          <a:gdLst/>
          <a:ahLst/>
          <a:cxnLst/>
          <a:rect l="0" t="0" r="0" b="0"/>
          <a:pathLst>
            <a:path>
              <a:moveTo>
                <a:pt x="0" y="0"/>
              </a:moveTo>
              <a:lnTo>
                <a:pt x="0" y="541855"/>
              </a:lnTo>
              <a:lnTo>
                <a:pt x="144494" y="541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4BDED6-71F3-4AD5-8339-D47DA5446D48}">
      <dsp:nvSpPr>
        <dsp:cNvPr id="0" name=""/>
        <dsp:cNvSpPr/>
      </dsp:nvSpPr>
      <dsp:spPr>
        <a:xfrm>
          <a:off x="290246" y="1781705"/>
          <a:ext cx="1155959" cy="7224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dirty="0"/>
            <a:t>.exe</a:t>
          </a:r>
        </a:p>
      </dsp:txBody>
      <dsp:txXfrm>
        <a:off x="311407" y="1802866"/>
        <a:ext cx="1113637" cy="680152"/>
      </dsp:txXfrm>
    </dsp:sp>
    <dsp:sp modelId="{DC563A29-69AC-47A7-8B9F-C58DF8596C60}">
      <dsp:nvSpPr>
        <dsp:cNvPr id="0" name=""/>
        <dsp:cNvSpPr/>
      </dsp:nvSpPr>
      <dsp:spPr>
        <a:xfrm>
          <a:off x="1807443" y="878612"/>
          <a:ext cx="1444948" cy="7224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Windows Scripts</a:t>
          </a:r>
        </a:p>
      </dsp:txBody>
      <dsp:txXfrm>
        <a:off x="1828604" y="899773"/>
        <a:ext cx="1402626" cy="680152"/>
      </dsp:txXfrm>
    </dsp:sp>
    <dsp:sp modelId="{0FA6F433-4842-4F5C-B895-E1E57619DDAC}">
      <dsp:nvSpPr>
        <dsp:cNvPr id="0" name=""/>
        <dsp:cNvSpPr/>
      </dsp:nvSpPr>
      <dsp:spPr>
        <a:xfrm>
          <a:off x="1951938" y="1601087"/>
          <a:ext cx="144494" cy="541855"/>
        </a:xfrm>
        <a:custGeom>
          <a:avLst/>
          <a:gdLst/>
          <a:ahLst/>
          <a:cxnLst/>
          <a:rect l="0" t="0" r="0" b="0"/>
          <a:pathLst>
            <a:path>
              <a:moveTo>
                <a:pt x="0" y="0"/>
              </a:moveTo>
              <a:lnTo>
                <a:pt x="0" y="541855"/>
              </a:lnTo>
              <a:lnTo>
                <a:pt x="144494" y="541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C84A7D-6734-47B1-891C-B80DF52D0D0F}">
      <dsp:nvSpPr>
        <dsp:cNvPr id="0" name=""/>
        <dsp:cNvSpPr/>
      </dsp:nvSpPr>
      <dsp:spPr>
        <a:xfrm>
          <a:off x="2096433" y="1781705"/>
          <a:ext cx="1155959" cy="7224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dirty="0"/>
            <a:t>.bat</a:t>
          </a:r>
        </a:p>
      </dsp:txBody>
      <dsp:txXfrm>
        <a:off x="2117594" y="1802866"/>
        <a:ext cx="1113637" cy="680152"/>
      </dsp:txXfrm>
    </dsp:sp>
    <dsp:sp modelId="{807B7BDE-3ADC-4F67-893E-6C4F58313D8F}">
      <dsp:nvSpPr>
        <dsp:cNvPr id="0" name=""/>
        <dsp:cNvSpPr/>
      </dsp:nvSpPr>
      <dsp:spPr>
        <a:xfrm>
          <a:off x="1951938" y="1601087"/>
          <a:ext cx="144494" cy="1444948"/>
        </a:xfrm>
        <a:custGeom>
          <a:avLst/>
          <a:gdLst/>
          <a:ahLst/>
          <a:cxnLst/>
          <a:rect l="0" t="0" r="0" b="0"/>
          <a:pathLst>
            <a:path>
              <a:moveTo>
                <a:pt x="0" y="0"/>
              </a:moveTo>
              <a:lnTo>
                <a:pt x="0" y="1444948"/>
              </a:lnTo>
              <a:lnTo>
                <a:pt x="144494" y="144494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C47B43-6EAF-47FC-99EF-4A0D4ED857EE}">
      <dsp:nvSpPr>
        <dsp:cNvPr id="0" name=""/>
        <dsp:cNvSpPr/>
      </dsp:nvSpPr>
      <dsp:spPr>
        <a:xfrm>
          <a:off x="2096433" y="2684798"/>
          <a:ext cx="1155959" cy="7224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dirty="0"/>
            <a:t>.ps1</a:t>
          </a:r>
        </a:p>
      </dsp:txBody>
      <dsp:txXfrm>
        <a:off x="2117594" y="2705959"/>
        <a:ext cx="1113637" cy="680152"/>
      </dsp:txXfrm>
    </dsp:sp>
    <dsp:sp modelId="{0D427D8B-4B96-4BF9-9FCF-33FB76EA01AD}">
      <dsp:nvSpPr>
        <dsp:cNvPr id="0" name=""/>
        <dsp:cNvSpPr/>
      </dsp:nvSpPr>
      <dsp:spPr>
        <a:xfrm>
          <a:off x="3613629" y="878612"/>
          <a:ext cx="1444948" cy="7224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JavaScript</a:t>
          </a:r>
        </a:p>
      </dsp:txBody>
      <dsp:txXfrm>
        <a:off x="3634790" y="899773"/>
        <a:ext cx="1402626" cy="680152"/>
      </dsp:txXfrm>
    </dsp:sp>
    <dsp:sp modelId="{97DD87B9-30CC-4646-943E-ABB8CC28490F}">
      <dsp:nvSpPr>
        <dsp:cNvPr id="0" name=""/>
        <dsp:cNvSpPr/>
      </dsp:nvSpPr>
      <dsp:spPr>
        <a:xfrm>
          <a:off x="3758124" y="1601087"/>
          <a:ext cx="144494" cy="541855"/>
        </a:xfrm>
        <a:custGeom>
          <a:avLst/>
          <a:gdLst/>
          <a:ahLst/>
          <a:cxnLst/>
          <a:rect l="0" t="0" r="0" b="0"/>
          <a:pathLst>
            <a:path>
              <a:moveTo>
                <a:pt x="0" y="0"/>
              </a:moveTo>
              <a:lnTo>
                <a:pt x="0" y="541855"/>
              </a:lnTo>
              <a:lnTo>
                <a:pt x="144494" y="541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608C49-77F0-47CE-9944-5249B050FAC0}">
      <dsp:nvSpPr>
        <dsp:cNvPr id="0" name=""/>
        <dsp:cNvSpPr/>
      </dsp:nvSpPr>
      <dsp:spPr>
        <a:xfrm>
          <a:off x="3902619" y="1781705"/>
          <a:ext cx="1155959" cy="7224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dirty="0"/>
            <a:t>.</a:t>
          </a:r>
          <a:r>
            <a:rPr lang="en-US" sz="4100" kern="1200" dirty="0" err="1"/>
            <a:t>js</a:t>
          </a:r>
          <a:endParaRPr lang="en-US" sz="4100" kern="1200" dirty="0"/>
        </a:p>
      </dsp:txBody>
      <dsp:txXfrm>
        <a:off x="3923780" y="1802866"/>
        <a:ext cx="1113637" cy="680152"/>
      </dsp:txXfrm>
    </dsp:sp>
    <dsp:sp modelId="{02080019-38D0-4C6C-9E71-48FA267A444D}">
      <dsp:nvSpPr>
        <dsp:cNvPr id="0" name=""/>
        <dsp:cNvSpPr/>
      </dsp:nvSpPr>
      <dsp:spPr>
        <a:xfrm>
          <a:off x="5419815" y="878612"/>
          <a:ext cx="1444948" cy="7224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Compressed Files</a:t>
          </a:r>
        </a:p>
      </dsp:txBody>
      <dsp:txXfrm>
        <a:off x="5440976" y="899773"/>
        <a:ext cx="1402626" cy="680152"/>
      </dsp:txXfrm>
    </dsp:sp>
    <dsp:sp modelId="{ACF11EA5-6425-4CC9-A915-5607EDED162B}">
      <dsp:nvSpPr>
        <dsp:cNvPr id="0" name=""/>
        <dsp:cNvSpPr/>
      </dsp:nvSpPr>
      <dsp:spPr>
        <a:xfrm>
          <a:off x="5564310" y="1601087"/>
          <a:ext cx="144494" cy="541855"/>
        </a:xfrm>
        <a:custGeom>
          <a:avLst/>
          <a:gdLst/>
          <a:ahLst/>
          <a:cxnLst/>
          <a:rect l="0" t="0" r="0" b="0"/>
          <a:pathLst>
            <a:path>
              <a:moveTo>
                <a:pt x="0" y="0"/>
              </a:moveTo>
              <a:lnTo>
                <a:pt x="0" y="541855"/>
              </a:lnTo>
              <a:lnTo>
                <a:pt x="144494" y="54185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20333B-F485-4D13-BFD5-61D452EB2B92}">
      <dsp:nvSpPr>
        <dsp:cNvPr id="0" name=""/>
        <dsp:cNvSpPr/>
      </dsp:nvSpPr>
      <dsp:spPr>
        <a:xfrm>
          <a:off x="5708805" y="1781705"/>
          <a:ext cx="1155959" cy="72247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105" tIns="52070" rIns="78105" bIns="52070" numCol="1" spcCol="1270" anchor="ctr" anchorCtr="0">
          <a:noAutofit/>
        </a:bodyPr>
        <a:lstStyle/>
        <a:p>
          <a:pPr marL="0" lvl="0" indent="0" algn="ctr" defTabSz="1822450">
            <a:lnSpc>
              <a:spcPct val="90000"/>
            </a:lnSpc>
            <a:spcBef>
              <a:spcPct val="0"/>
            </a:spcBef>
            <a:spcAft>
              <a:spcPct val="35000"/>
            </a:spcAft>
            <a:buNone/>
          </a:pPr>
          <a:r>
            <a:rPr lang="en-US" sz="4100" kern="1200" dirty="0"/>
            <a:t>.zip</a:t>
          </a:r>
        </a:p>
      </dsp:txBody>
      <dsp:txXfrm>
        <a:off x="5729966" y="1802866"/>
        <a:ext cx="1113637" cy="6801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E84843-E832-41CB-84C0-6DC66EC4E8DB}">
      <dsp:nvSpPr>
        <dsp:cNvPr id="0" name=""/>
        <dsp:cNvSpPr/>
      </dsp:nvSpPr>
      <dsp:spPr>
        <a:xfrm>
          <a:off x="393" y="674482"/>
          <a:ext cx="1098562" cy="109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275223-72D6-4485-879C-4E12E95B24AE}">
      <dsp:nvSpPr>
        <dsp:cNvPr id="0" name=""/>
        <dsp:cNvSpPr/>
      </dsp:nvSpPr>
      <dsp:spPr>
        <a:xfrm>
          <a:off x="393" y="189368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kern="1200"/>
            <a:t>Classic Phishing</a:t>
          </a:r>
        </a:p>
      </dsp:txBody>
      <dsp:txXfrm>
        <a:off x="393" y="1893682"/>
        <a:ext cx="3138750" cy="470812"/>
      </dsp:txXfrm>
    </dsp:sp>
    <dsp:sp modelId="{0373E3CB-214B-4717-849C-A628EE492990}">
      <dsp:nvSpPr>
        <dsp:cNvPr id="0" name=""/>
        <dsp:cNvSpPr/>
      </dsp:nvSpPr>
      <dsp:spPr>
        <a:xfrm>
          <a:off x="393" y="2420605"/>
          <a:ext cx="3138750" cy="1059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Sent out in mass emails, and are usually about sending or receiving money</a:t>
          </a:r>
        </a:p>
      </dsp:txBody>
      <dsp:txXfrm>
        <a:off x="393" y="2420605"/>
        <a:ext cx="3138750" cy="1059399"/>
      </dsp:txXfrm>
    </dsp:sp>
    <dsp:sp modelId="{CC7A7B25-C62A-4665-885B-EC71BA1548B0}">
      <dsp:nvSpPr>
        <dsp:cNvPr id="0" name=""/>
        <dsp:cNvSpPr/>
      </dsp:nvSpPr>
      <dsp:spPr>
        <a:xfrm>
          <a:off x="3688425" y="674482"/>
          <a:ext cx="1098562" cy="109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44A6C3-3D23-48DA-A4DA-6F9EEA112687}">
      <dsp:nvSpPr>
        <dsp:cNvPr id="0" name=""/>
        <dsp:cNvSpPr/>
      </dsp:nvSpPr>
      <dsp:spPr>
        <a:xfrm>
          <a:off x="3688425" y="189368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kern="1200"/>
            <a:t>Spear Phishing</a:t>
          </a:r>
        </a:p>
      </dsp:txBody>
      <dsp:txXfrm>
        <a:off x="3688425" y="1893682"/>
        <a:ext cx="3138750" cy="470812"/>
      </dsp:txXfrm>
    </dsp:sp>
    <dsp:sp modelId="{EDBCC745-EC8D-460E-9BA1-3ACD9F742942}">
      <dsp:nvSpPr>
        <dsp:cNvPr id="0" name=""/>
        <dsp:cNvSpPr/>
      </dsp:nvSpPr>
      <dsp:spPr>
        <a:xfrm>
          <a:off x="3688425" y="2420605"/>
          <a:ext cx="3138750" cy="1059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Very Specific and usually targeted to a specific user. May pretend to be an employee or someone you know</a:t>
          </a:r>
        </a:p>
      </dsp:txBody>
      <dsp:txXfrm>
        <a:off x="3688425" y="2420605"/>
        <a:ext cx="3138750" cy="1059399"/>
      </dsp:txXfrm>
    </dsp:sp>
    <dsp:sp modelId="{398AF098-FFA6-436E-91E7-1179F3E60814}">
      <dsp:nvSpPr>
        <dsp:cNvPr id="0" name=""/>
        <dsp:cNvSpPr/>
      </dsp:nvSpPr>
      <dsp:spPr>
        <a:xfrm>
          <a:off x="7376456" y="674482"/>
          <a:ext cx="1098562" cy="1098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9E1D7F-0A79-4B31-9E11-9152F3B47E12}">
      <dsp:nvSpPr>
        <dsp:cNvPr id="0" name=""/>
        <dsp:cNvSpPr/>
      </dsp:nvSpPr>
      <dsp:spPr>
        <a:xfrm>
          <a:off x="7376456" y="189368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US" sz="3000" kern="1200"/>
            <a:t>Whaling</a:t>
          </a:r>
        </a:p>
      </dsp:txBody>
      <dsp:txXfrm>
        <a:off x="7376456" y="1893682"/>
        <a:ext cx="3138750" cy="470812"/>
      </dsp:txXfrm>
    </dsp:sp>
    <dsp:sp modelId="{8856B629-8507-40AF-AF4E-73DDB10C6F4D}">
      <dsp:nvSpPr>
        <dsp:cNvPr id="0" name=""/>
        <dsp:cNvSpPr/>
      </dsp:nvSpPr>
      <dsp:spPr>
        <a:xfrm>
          <a:off x="7376456" y="2420605"/>
          <a:ext cx="3138750" cy="1059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Everyone likes to catch the big fish. Targeted at High level employees (CEO,CFO,President,VP). Can be extremely convincing.</a:t>
          </a:r>
        </a:p>
      </dsp:txBody>
      <dsp:txXfrm>
        <a:off x="7376456" y="2420605"/>
        <a:ext cx="3138750" cy="10593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F4A3CC-F129-43AF-B3CC-819B6D0160C4}">
      <dsp:nvSpPr>
        <dsp:cNvPr id="0" name=""/>
        <dsp:cNvSpPr/>
      </dsp:nvSpPr>
      <dsp:spPr>
        <a:xfrm>
          <a:off x="478800" y="997243"/>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0B57EB-9A7C-416A-AA33-56A7601D8974}">
      <dsp:nvSpPr>
        <dsp:cNvPr id="0" name=""/>
        <dsp:cNvSpPr/>
      </dsp:nvSpPr>
      <dsp:spPr>
        <a:xfrm>
          <a:off x="712800" y="1231244"/>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D1269E-3355-4756-AC6A-D0159DBF3244}">
      <dsp:nvSpPr>
        <dsp:cNvPr id="0" name=""/>
        <dsp:cNvSpPr/>
      </dsp:nvSpPr>
      <dsp:spPr>
        <a:xfrm>
          <a:off x="127800" y="243724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t>Pay attention to the close details</a:t>
          </a:r>
        </a:p>
      </dsp:txBody>
      <dsp:txXfrm>
        <a:off x="127800" y="2437244"/>
        <a:ext cx="1800000" cy="720000"/>
      </dsp:txXfrm>
    </dsp:sp>
    <dsp:sp modelId="{CF9630AA-7DA3-4954-8DB2-4A1BE867B8FB}">
      <dsp:nvSpPr>
        <dsp:cNvPr id="0" name=""/>
        <dsp:cNvSpPr/>
      </dsp:nvSpPr>
      <dsp:spPr>
        <a:xfrm>
          <a:off x="2593800" y="997243"/>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80C1A6-3FEC-459F-9EF9-FFC5BB44F5E8}">
      <dsp:nvSpPr>
        <dsp:cNvPr id="0" name=""/>
        <dsp:cNvSpPr/>
      </dsp:nvSpPr>
      <dsp:spPr>
        <a:xfrm>
          <a:off x="2827800" y="1231243"/>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FEEA4E-2855-42E8-8488-C8104630531E}">
      <dsp:nvSpPr>
        <dsp:cNvPr id="0" name=""/>
        <dsp:cNvSpPr/>
      </dsp:nvSpPr>
      <dsp:spPr>
        <a:xfrm>
          <a:off x="2242800" y="243724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a:t>Sender Address</a:t>
          </a:r>
        </a:p>
      </dsp:txBody>
      <dsp:txXfrm>
        <a:off x="2242800" y="2437244"/>
        <a:ext cx="1800000" cy="720000"/>
      </dsp:txXfrm>
    </dsp:sp>
    <dsp:sp modelId="{64ED753B-0D93-46DB-A80F-BA6485570DE4}">
      <dsp:nvSpPr>
        <dsp:cNvPr id="0" name=""/>
        <dsp:cNvSpPr/>
      </dsp:nvSpPr>
      <dsp:spPr>
        <a:xfrm>
          <a:off x="4708800" y="997243"/>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262C03-2B3C-4CEE-A67B-F61776032CE7}">
      <dsp:nvSpPr>
        <dsp:cNvPr id="0" name=""/>
        <dsp:cNvSpPr/>
      </dsp:nvSpPr>
      <dsp:spPr>
        <a:xfrm>
          <a:off x="4942800" y="1231243"/>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28CCBA-AD83-4FC0-B127-BE0C04410392}">
      <dsp:nvSpPr>
        <dsp:cNvPr id="0" name=""/>
        <dsp:cNvSpPr/>
      </dsp:nvSpPr>
      <dsp:spPr>
        <a:xfrm>
          <a:off x="4357800" y="243724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a:t>Grammar in the email</a:t>
          </a:r>
        </a:p>
      </dsp:txBody>
      <dsp:txXfrm>
        <a:off x="4357800" y="2437244"/>
        <a:ext cx="1800000" cy="720000"/>
      </dsp:txXfrm>
    </dsp:sp>
    <dsp:sp modelId="{69FA76D9-BFBD-453A-9081-08E00D5F5B89}">
      <dsp:nvSpPr>
        <dsp:cNvPr id="0" name=""/>
        <dsp:cNvSpPr/>
      </dsp:nvSpPr>
      <dsp:spPr>
        <a:xfrm>
          <a:off x="6823800" y="997243"/>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F01A22-2920-4D9C-B217-ED64BF3B0F00}">
      <dsp:nvSpPr>
        <dsp:cNvPr id="0" name=""/>
        <dsp:cNvSpPr/>
      </dsp:nvSpPr>
      <dsp:spPr>
        <a:xfrm>
          <a:off x="7057800" y="1231243"/>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85127E-EF09-4FDA-9F72-EC381A6C8398}">
      <dsp:nvSpPr>
        <dsp:cNvPr id="0" name=""/>
        <dsp:cNvSpPr/>
      </dsp:nvSpPr>
      <dsp:spPr>
        <a:xfrm>
          <a:off x="6472800" y="243724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a:t>Verify Links</a:t>
          </a:r>
        </a:p>
      </dsp:txBody>
      <dsp:txXfrm>
        <a:off x="6472800" y="2437244"/>
        <a:ext cx="1800000" cy="720000"/>
      </dsp:txXfrm>
    </dsp:sp>
    <dsp:sp modelId="{F9E23814-F014-4005-A507-DD3B736D5351}">
      <dsp:nvSpPr>
        <dsp:cNvPr id="0" name=""/>
        <dsp:cNvSpPr/>
      </dsp:nvSpPr>
      <dsp:spPr>
        <a:xfrm>
          <a:off x="8938800" y="997243"/>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3C22E0-8074-40BD-B471-F07ACEBB3476}">
      <dsp:nvSpPr>
        <dsp:cNvPr id="0" name=""/>
        <dsp:cNvSpPr/>
      </dsp:nvSpPr>
      <dsp:spPr>
        <a:xfrm>
          <a:off x="9172800" y="1231243"/>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4BAB1-3E76-42CA-9379-CA4245E4D849}">
      <dsp:nvSpPr>
        <dsp:cNvPr id="0" name=""/>
        <dsp:cNvSpPr/>
      </dsp:nvSpPr>
      <dsp:spPr>
        <a:xfrm>
          <a:off x="8587800" y="243724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a:t>Pay attention to attachments </a:t>
          </a:r>
        </a:p>
      </dsp:txBody>
      <dsp:txXfrm>
        <a:off x="8587800" y="2437244"/>
        <a:ext cx="1800000"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76756-E322-4CD3-BB88-1035258D0E25}">
      <dsp:nvSpPr>
        <dsp:cNvPr id="0" name=""/>
        <dsp:cNvSpPr/>
      </dsp:nvSpPr>
      <dsp:spPr>
        <a:xfrm>
          <a:off x="0" y="17533"/>
          <a:ext cx="6513603" cy="5756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defRPr b="1"/>
          </a:pPr>
          <a:r>
            <a:rPr lang="en-US" sz="2400" kern="1200"/>
            <a:t>Have Strong passwords</a:t>
          </a:r>
        </a:p>
      </dsp:txBody>
      <dsp:txXfrm>
        <a:off x="28100" y="45633"/>
        <a:ext cx="6457403" cy="519439"/>
      </dsp:txXfrm>
    </dsp:sp>
    <dsp:sp modelId="{8533B1E8-5479-41B9-8BF9-33BB435B5A18}">
      <dsp:nvSpPr>
        <dsp:cNvPr id="0" name=""/>
        <dsp:cNvSpPr/>
      </dsp:nvSpPr>
      <dsp:spPr>
        <a:xfrm>
          <a:off x="0" y="593173"/>
          <a:ext cx="6513603" cy="869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solidFill>
                <a:schemeClr val="bg1"/>
              </a:solidFill>
            </a:rPr>
            <a:t>A password should contain at least 12 characters containing upper case, lower case, numbers, and symbols. Passwords are never to be shared. </a:t>
          </a:r>
        </a:p>
      </dsp:txBody>
      <dsp:txXfrm>
        <a:off x="0" y="593173"/>
        <a:ext cx="6513603" cy="869400"/>
      </dsp:txXfrm>
    </dsp:sp>
    <dsp:sp modelId="{20A30519-F89D-49F6-BA85-33A44230FA1B}">
      <dsp:nvSpPr>
        <dsp:cNvPr id="0" name=""/>
        <dsp:cNvSpPr/>
      </dsp:nvSpPr>
      <dsp:spPr>
        <a:xfrm>
          <a:off x="0" y="1462573"/>
          <a:ext cx="6513603" cy="575639"/>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defRPr b="1"/>
          </a:pPr>
          <a:r>
            <a:rPr lang="en-US" sz="2400" kern="1200"/>
            <a:t>Use Unique Passwords</a:t>
          </a:r>
        </a:p>
      </dsp:txBody>
      <dsp:txXfrm>
        <a:off x="28100" y="1490673"/>
        <a:ext cx="6457403" cy="519439"/>
      </dsp:txXfrm>
    </dsp:sp>
    <dsp:sp modelId="{86A42BA2-011F-402D-91CB-F3160657CD65}">
      <dsp:nvSpPr>
        <dsp:cNvPr id="0" name=""/>
        <dsp:cNvSpPr/>
      </dsp:nvSpPr>
      <dsp:spPr>
        <a:xfrm>
          <a:off x="0" y="2038213"/>
          <a:ext cx="6513603" cy="1465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solidFill>
                <a:schemeClr val="bg1"/>
              </a:solidFill>
            </a:rPr>
            <a:t>Every password for every account you own should be unique.</a:t>
          </a:r>
        </a:p>
        <a:p>
          <a:pPr marL="171450" lvl="1" indent="-171450" algn="l" defTabSz="844550">
            <a:lnSpc>
              <a:spcPct val="90000"/>
            </a:lnSpc>
            <a:spcBef>
              <a:spcPct val="0"/>
            </a:spcBef>
            <a:spcAft>
              <a:spcPct val="20000"/>
            </a:spcAft>
            <a:buChar char="•"/>
          </a:pPr>
          <a:r>
            <a:rPr lang="en-US" sz="1900" kern="1200" dirty="0">
              <a:solidFill>
                <a:schemeClr val="bg1"/>
              </a:solidFill>
            </a:rPr>
            <a:t>Using the same password for multiple accounts can lead to other accounts being breached if your account information has been involved in a data breach. </a:t>
          </a:r>
        </a:p>
      </dsp:txBody>
      <dsp:txXfrm>
        <a:off x="0" y="2038213"/>
        <a:ext cx="6513603" cy="1465560"/>
      </dsp:txXfrm>
    </dsp:sp>
    <dsp:sp modelId="{83FE14DF-7B8B-47DB-9B56-9C8B0CA1A794}">
      <dsp:nvSpPr>
        <dsp:cNvPr id="0" name=""/>
        <dsp:cNvSpPr/>
      </dsp:nvSpPr>
      <dsp:spPr>
        <a:xfrm>
          <a:off x="0" y="3503773"/>
          <a:ext cx="6513603" cy="57563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defRPr b="1"/>
          </a:pPr>
          <a:r>
            <a:rPr lang="en-US" sz="2400" kern="1200"/>
            <a:t>No Password Lists</a:t>
          </a:r>
        </a:p>
      </dsp:txBody>
      <dsp:txXfrm>
        <a:off x="28100" y="3531873"/>
        <a:ext cx="6457403" cy="519439"/>
      </dsp:txXfrm>
    </dsp:sp>
    <dsp:sp modelId="{E136E676-66D5-43F1-AE0B-60A73C25C7BD}">
      <dsp:nvSpPr>
        <dsp:cNvPr id="0" name=""/>
        <dsp:cNvSpPr/>
      </dsp:nvSpPr>
      <dsp:spPr>
        <a:xfrm>
          <a:off x="0" y="4079413"/>
          <a:ext cx="6513603" cy="178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solidFill>
                <a:schemeClr val="bg1"/>
              </a:solidFill>
            </a:rPr>
            <a:t>Storing information about accounts and passwords on a word document or excel sheet is extremely dangerous</a:t>
          </a:r>
        </a:p>
        <a:p>
          <a:pPr marL="171450" lvl="1" indent="-171450" algn="l" defTabSz="844550">
            <a:lnSpc>
              <a:spcPct val="90000"/>
            </a:lnSpc>
            <a:spcBef>
              <a:spcPct val="0"/>
            </a:spcBef>
            <a:spcAft>
              <a:spcPct val="20000"/>
            </a:spcAft>
            <a:buChar char="•"/>
          </a:pPr>
          <a:r>
            <a:rPr lang="en-US" sz="1900" kern="1200" dirty="0">
              <a:solidFill>
                <a:schemeClr val="bg1"/>
              </a:solidFill>
            </a:rPr>
            <a:t>Encrypted or Locked spread sheets are extremely easy to hack</a:t>
          </a:r>
        </a:p>
        <a:p>
          <a:pPr marL="171450" lvl="1" indent="-171450" algn="l" defTabSz="844550">
            <a:lnSpc>
              <a:spcPct val="90000"/>
            </a:lnSpc>
            <a:spcBef>
              <a:spcPct val="0"/>
            </a:spcBef>
            <a:spcAft>
              <a:spcPct val="20000"/>
            </a:spcAft>
            <a:buChar char="•"/>
          </a:pPr>
          <a:r>
            <a:rPr lang="en-US" sz="1900" kern="1200" dirty="0">
              <a:solidFill>
                <a:schemeClr val="bg1"/>
              </a:solidFill>
            </a:rPr>
            <a:t>Instead of using a spreadsheet, try using a password manager like LastPass or 1Password.</a:t>
          </a:r>
        </a:p>
      </dsp:txBody>
      <dsp:txXfrm>
        <a:off x="0" y="4079413"/>
        <a:ext cx="6513603" cy="17884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76756-E322-4CD3-BB88-1035258D0E25}">
      <dsp:nvSpPr>
        <dsp:cNvPr id="0" name=""/>
        <dsp:cNvSpPr/>
      </dsp:nvSpPr>
      <dsp:spPr>
        <a:xfrm>
          <a:off x="0" y="243478"/>
          <a:ext cx="6513603" cy="45571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defRPr b="1"/>
          </a:pPr>
          <a:r>
            <a:rPr lang="en-US" sz="1900" kern="1200" dirty="0"/>
            <a:t>Character Selection</a:t>
          </a:r>
        </a:p>
      </dsp:txBody>
      <dsp:txXfrm>
        <a:off x="22246" y="265724"/>
        <a:ext cx="6469111" cy="411223"/>
      </dsp:txXfrm>
    </dsp:sp>
    <dsp:sp modelId="{8533B1E8-5479-41B9-8BF9-33BB435B5A18}">
      <dsp:nvSpPr>
        <dsp:cNvPr id="0" name=""/>
        <dsp:cNvSpPr/>
      </dsp:nvSpPr>
      <dsp:spPr>
        <a:xfrm>
          <a:off x="0" y="699193"/>
          <a:ext cx="6513603"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solidFill>
                <a:schemeClr val="bg1"/>
              </a:solidFill>
            </a:rPr>
            <a:t>Use</a:t>
          </a:r>
          <a:r>
            <a:rPr lang="en-US" sz="1500" kern="1200" baseline="0" dirty="0">
              <a:solidFill>
                <a:schemeClr val="bg1"/>
              </a:solidFill>
            </a:rPr>
            <a:t> multiple types of characters</a:t>
          </a:r>
          <a:endParaRPr lang="en-US" sz="1500" kern="1200" dirty="0">
            <a:solidFill>
              <a:schemeClr val="bg1"/>
            </a:solidFill>
          </a:endParaRPr>
        </a:p>
        <a:p>
          <a:pPr marL="114300" lvl="1" indent="-114300" algn="l" defTabSz="666750">
            <a:lnSpc>
              <a:spcPct val="90000"/>
            </a:lnSpc>
            <a:spcBef>
              <a:spcPct val="0"/>
            </a:spcBef>
            <a:spcAft>
              <a:spcPct val="20000"/>
            </a:spcAft>
            <a:buChar char="•"/>
          </a:pPr>
          <a:r>
            <a:rPr lang="en-US" sz="1500" kern="1200" baseline="0" dirty="0">
              <a:solidFill>
                <a:schemeClr val="bg1"/>
              </a:solidFill>
            </a:rPr>
            <a:t>Upper Case, Lower Case, Numbers, and Symbols.</a:t>
          </a:r>
          <a:endParaRPr lang="en-US" sz="1500" kern="1200" dirty="0">
            <a:solidFill>
              <a:schemeClr val="bg1"/>
            </a:solidFill>
          </a:endParaRPr>
        </a:p>
        <a:p>
          <a:pPr marL="114300" lvl="1" indent="-114300" algn="l" defTabSz="666750">
            <a:lnSpc>
              <a:spcPct val="90000"/>
            </a:lnSpc>
            <a:spcBef>
              <a:spcPct val="0"/>
            </a:spcBef>
            <a:spcAft>
              <a:spcPct val="20000"/>
            </a:spcAft>
            <a:buChar char="•"/>
          </a:pPr>
          <a:r>
            <a:rPr lang="en-US" sz="1500" kern="1200" dirty="0">
              <a:solidFill>
                <a:schemeClr val="bg1"/>
              </a:solidFill>
            </a:rPr>
            <a:t>Use a minimum of 8 Characters</a:t>
          </a:r>
        </a:p>
      </dsp:txBody>
      <dsp:txXfrm>
        <a:off x="0" y="699193"/>
        <a:ext cx="6513603" cy="786599"/>
      </dsp:txXfrm>
    </dsp:sp>
    <dsp:sp modelId="{20A30519-F89D-49F6-BA85-33A44230FA1B}">
      <dsp:nvSpPr>
        <dsp:cNvPr id="0" name=""/>
        <dsp:cNvSpPr/>
      </dsp:nvSpPr>
      <dsp:spPr>
        <a:xfrm>
          <a:off x="0" y="1485793"/>
          <a:ext cx="6513603" cy="45571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defRPr b="1"/>
          </a:pPr>
          <a:r>
            <a:rPr lang="en-US" sz="1900" kern="1200" dirty="0"/>
            <a:t>Rules to Creating Passwords</a:t>
          </a:r>
        </a:p>
      </dsp:txBody>
      <dsp:txXfrm>
        <a:off x="22246" y="1508039"/>
        <a:ext cx="6469111" cy="411223"/>
      </dsp:txXfrm>
    </dsp:sp>
    <dsp:sp modelId="{86A42BA2-011F-402D-91CB-F3160657CD65}">
      <dsp:nvSpPr>
        <dsp:cNvPr id="0" name=""/>
        <dsp:cNvSpPr/>
      </dsp:nvSpPr>
      <dsp:spPr>
        <a:xfrm>
          <a:off x="0" y="1941508"/>
          <a:ext cx="6513603" cy="1238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solidFill>
                <a:schemeClr val="bg1"/>
              </a:solidFill>
            </a:rPr>
            <a:t>Don’t common passwords like: Jake87 or FLOWERS (Yes, I’ve seen these used…)</a:t>
          </a:r>
        </a:p>
        <a:p>
          <a:pPr marL="114300" lvl="1" indent="-114300" algn="l" defTabSz="666750">
            <a:lnSpc>
              <a:spcPct val="90000"/>
            </a:lnSpc>
            <a:spcBef>
              <a:spcPct val="0"/>
            </a:spcBef>
            <a:spcAft>
              <a:spcPct val="20000"/>
            </a:spcAft>
            <a:buChar char="•"/>
          </a:pPr>
          <a:r>
            <a:rPr lang="en-US" sz="1500" kern="1200" dirty="0">
              <a:solidFill>
                <a:schemeClr val="bg1"/>
              </a:solidFill>
            </a:rPr>
            <a:t>Use a combination of words or phrases</a:t>
          </a:r>
        </a:p>
        <a:p>
          <a:pPr marL="114300" lvl="1" indent="-114300" algn="l" defTabSz="666750">
            <a:lnSpc>
              <a:spcPct val="90000"/>
            </a:lnSpc>
            <a:spcBef>
              <a:spcPct val="0"/>
            </a:spcBef>
            <a:spcAft>
              <a:spcPct val="20000"/>
            </a:spcAft>
            <a:buChar char="•"/>
          </a:pPr>
          <a:r>
            <a:rPr lang="en-US" sz="1500" kern="1200" dirty="0">
              <a:solidFill>
                <a:schemeClr val="bg1"/>
              </a:solidFill>
            </a:rPr>
            <a:t>Substitute letters with numbers or symbols</a:t>
          </a:r>
        </a:p>
        <a:p>
          <a:pPr marL="114300" lvl="1" indent="-114300" algn="l" defTabSz="666750">
            <a:lnSpc>
              <a:spcPct val="90000"/>
            </a:lnSpc>
            <a:spcBef>
              <a:spcPct val="0"/>
            </a:spcBef>
            <a:spcAft>
              <a:spcPct val="20000"/>
            </a:spcAft>
            <a:buChar char="•"/>
          </a:pPr>
          <a:endParaRPr lang="en-US" sz="1500" kern="1200" dirty="0">
            <a:solidFill>
              <a:schemeClr val="bg1"/>
            </a:solidFill>
          </a:endParaRPr>
        </a:p>
      </dsp:txBody>
      <dsp:txXfrm>
        <a:off x="0" y="1941508"/>
        <a:ext cx="6513603" cy="1238895"/>
      </dsp:txXfrm>
    </dsp:sp>
    <dsp:sp modelId="{83FE14DF-7B8B-47DB-9B56-9C8B0CA1A794}">
      <dsp:nvSpPr>
        <dsp:cNvPr id="0" name=""/>
        <dsp:cNvSpPr/>
      </dsp:nvSpPr>
      <dsp:spPr>
        <a:xfrm>
          <a:off x="0" y="3180403"/>
          <a:ext cx="6513603" cy="45571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defRPr b="1"/>
          </a:pPr>
          <a:r>
            <a:rPr lang="en-US" sz="1900" kern="1200" dirty="0"/>
            <a:t>Lets Create a Secure Password</a:t>
          </a:r>
        </a:p>
      </dsp:txBody>
      <dsp:txXfrm>
        <a:off x="22246" y="3202649"/>
        <a:ext cx="6469111" cy="411223"/>
      </dsp:txXfrm>
    </dsp:sp>
    <dsp:sp modelId="{E136E676-66D5-43F1-AE0B-60A73C25C7BD}">
      <dsp:nvSpPr>
        <dsp:cNvPr id="0" name=""/>
        <dsp:cNvSpPr/>
      </dsp:nvSpPr>
      <dsp:spPr>
        <a:xfrm>
          <a:off x="0" y="3636118"/>
          <a:ext cx="6513603" cy="2005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80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solidFill>
                <a:schemeClr val="bg1"/>
              </a:solidFill>
            </a:rPr>
            <a:t>Lets use the start with the example FLOWERS for our flower lovers out there.</a:t>
          </a:r>
        </a:p>
        <a:p>
          <a:pPr marL="114300" lvl="1" indent="-114300" algn="l" defTabSz="666750">
            <a:lnSpc>
              <a:spcPct val="90000"/>
            </a:lnSpc>
            <a:spcBef>
              <a:spcPct val="0"/>
            </a:spcBef>
            <a:spcAft>
              <a:spcPct val="20000"/>
            </a:spcAft>
            <a:buChar char="•"/>
          </a:pPr>
          <a:r>
            <a:rPr lang="en-US" sz="1500" kern="1200" dirty="0">
              <a:solidFill>
                <a:schemeClr val="bg1"/>
              </a:solidFill>
            </a:rPr>
            <a:t>Lets start by Substituting Letters and Numbers.</a:t>
          </a:r>
        </a:p>
        <a:p>
          <a:pPr marL="228600" lvl="2" indent="-114300" algn="l" defTabSz="666750">
            <a:lnSpc>
              <a:spcPct val="90000"/>
            </a:lnSpc>
            <a:spcBef>
              <a:spcPct val="0"/>
            </a:spcBef>
            <a:spcAft>
              <a:spcPct val="20000"/>
            </a:spcAft>
            <a:buChar char="•"/>
          </a:pPr>
          <a:r>
            <a:rPr lang="en-US" sz="1500" kern="1200" dirty="0">
              <a:solidFill>
                <a:schemeClr val="bg1"/>
              </a:solidFill>
            </a:rPr>
            <a:t> FLOWERS  ---&gt;   F1oW3r$</a:t>
          </a:r>
        </a:p>
        <a:p>
          <a:pPr marL="228600" lvl="2" indent="-114300" algn="l" defTabSz="666750">
            <a:lnSpc>
              <a:spcPct val="90000"/>
            </a:lnSpc>
            <a:spcBef>
              <a:spcPct val="0"/>
            </a:spcBef>
            <a:spcAft>
              <a:spcPct val="20000"/>
            </a:spcAft>
            <a:buChar char="•"/>
          </a:pPr>
          <a:r>
            <a:rPr lang="en-US" sz="1500" kern="1200" dirty="0">
              <a:solidFill>
                <a:schemeClr val="bg1"/>
              </a:solidFill>
            </a:rPr>
            <a:t>Okay, That was a good start, but it’s not quite secure enough…yet</a:t>
          </a:r>
        </a:p>
        <a:p>
          <a:pPr marL="114300" lvl="1" indent="-114300" algn="l" defTabSz="666750">
            <a:lnSpc>
              <a:spcPct val="90000"/>
            </a:lnSpc>
            <a:spcBef>
              <a:spcPct val="0"/>
            </a:spcBef>
            <a:spcAft>
              <a:spcPct val="20000"/>
            </a:spcAft>
            <a:buChar char="•"/>
          </a:pPr>
          <a:r>
            <a:rPr lang="en-US" sz="1500" kern="1200" dirty="0">
              <a:solidFill>
                <a:schemeClr val="bg1"/>
              </a:solidFill>
            </a:rPr>
            <a:t>Now we are going to turn it into a phrase</a:t>
          </a:r>
        </a:p>
        <a:p>
          <a:pPr marL="228600" lvl="2" indent="-114300" algn="l" defTabSz="666750">
            <a:lnSpc>
              <a:spcPct val="90000"/>
            </a:lnSpc>
            <a:spcBef>
              <a:spcPct val="0"/>
            </a:spcBef>
            <a:spcAft>
              <a:spcPct val="20000"/>
            </a:spcAft>
            <a:buChar char="•"/>
          </a:pPr>
          <a:r>
            <a:rPr lang="en-US" sz="1500" kern="1200" dirty="0">
              <a:solidFill>
                <a:schemeClr val="bg1"/>
              </a:solidFill>
            </a:rPr>
            <a:t>FLOWERS ---&gt; F1oW3r$  ---&gt; I love Flowers ---&gt; !,1ov3@F1ow3r$</a:t>
          </a:r>
        </a:p>
        <a:p>
          <a:pPr marL="228600" lvl="2" indent="-114300" algn="l" defTabSz="666750">
            <a:lnSpc>
              <a:spcPct val="90000"/>
            </a:lnSpc>
            <a:spcBef>
              <a:spcPct val="0"/>
            </a:spcBef>
            <a:spcAft>
              <a:spcPct val="20000"/>
            </a:spcAft>
            <a:buChar char="•"/>
          </a:pPr>
          <a:r>
            <a:rPr lang="en-US" sz="1500" kern="1200" dirty="0">
              <a:solidFill>
                <a:schemeClr val="bg1"/>
              </a:solidFill>
            </a:rPr>
            <a:t>It seems difficult to remember, but its your custom phrase. If you use a password manager then you shouldn’t have any issues.</a:t>
          </a:r>
        </a:p>
      </dsp:txBody>
      <dsp:txXfrm>
        <a:off x="0" y="3636118"/>
        <a:ext cx="6513603" cy="200583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D932D-2043-4A37-AD6A-F99848840F5C}">
      <dsp:nvSpPr>
        <dsp:cNvPr id="0" name=""/>
        <dsp:cNvSpPr/>
      </dsp:nvSpPr>
      <dsp:spPr>
        <a:xfrm>
          <a:off x="1531328" y="502339"/>
          <a:ext cx="2086711" cy="8169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78000" b="-78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8817D8-EADF-475B-ACD5-633DCB0A9204}">
      <dsp:nvSpPr>
        <dsp:cNvPr id="0" name=""/>
        <dsp:cNvSpPr/>
      </dsp:nvSpPr>
      <dsp:spPr>
        <a:xfrm>
          <a:off x="703477" y="1608327"/>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US" sz="2100" kern="1200" dirty="0"/>
            <a:t>Use a Password Manager Like LastPass</a:t>
          </a:r>
        </a:p>
      </dsp:txBody>
      <dsp:txXfrm>
        <a:off x="703477" y="1608327"/>
        <a:ext cx="4320000" cy="648000"/>
      </dsp:txXfrm>
    </dsp:sp>
    <dsp:sp modelId="{C083B104-1387-4AF9-B07B-F6F492AAD00E}">
      <dsp:nvSpPr>
        <dsp:cNvPr id="0" name=""/>
        <dsp:cNvSpPr/>
      </dsp:nvSpPr>
      <dsp:spPr>
        <a:xfrm>
          <a:off x="703477" y="2322283"/>
          <a:ext cx="4320000" cy="1329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a:t>Password managers allow you to easily manage your unique passwords.</a:t>
          </a:r>
        </a:p>
        <a:p>
          <a:pPr marL="0" lvl="0" indent="0" algn="l" defTabSz="711200">
            <a:lnSpc>
              <a:spcPct val="100000"/>
            </a:lnSpc>
            <a:spcBef>
              <a:spcPct val="0"/>
            </a:spcBef>
            <a:spcAft>
              <a:spcPct val="35000"/>
            </a:spcAft>
            <a:buNone/>
          </a:pPr>
          <a:r>
            <a:rPr lang="en-US" sz="1600" kern="1200" dirty="0"/>
            <a:t>Despite common belief, Password managers are the most secure way to store your account information</a:t>
          </a:r>
        </a:p>
      </dsp:txBody>
      <dsp:txXfrm>
        <a:off x="703477" y="2322283"/>
        <a:ext cx="4320000" cy="1329864"/>
      </dsp:txXfrm>
    </dsp:sp>
    <dsp:sp modelId="{4DCCBE5F-31AC-4F68-8D33-27C1C1500AC8}">
      <dsp:nvSpPr>
        <dsp:cNvPr id="0" name=""/>
        <dsp:cNvSpPr/>
      </dsp:nvSpPr>
      <dsp:spPr>
        <a:xfrm>
          <a:off x="7016399" y="293455"/>
          <a:ext cx="1512000" cy="1111410"/>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555236-B6F8-48A9-AE53-24449AAC0F85}">
      <dsp:nvSpPr>
        <dsp:cNvPr id="0" name=""/>
        <dsp:cNvSpPr/>
      </dsp:nvSpPr>
      <dsp:spPr>
        <a:xfrm>
          <a:off x="5779477" y="160387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100000"/>
            </a:lnSpc>
            <a:spcBef>
              <a:spcPct val="0"/>
            </a:spcBef>
            <a:spcAft>
              <a:spcPct val="35000"/>
            </a:spcAft>
            <a:buNone/>
            <a:defRPr b="1"/>
          </a:pPr>
          <a:r>
            <a:rPr lang="en-US" sz="2100" kern="1200" dirty="0"/>
            <a:t>Use Multi-Factor Authentication(MFA)</a:t>
          </a:r>
        </a:p>
      </dsp:txBody>
      <dsp:txXfrm>
        <a:off x="5779477" y="1603870"/>
        <a:ext cx="4320000" cy="648000"/>
      </dsp:txXfrm>
    </dsp:sp>
    <dsp:sp modelId="{77672433-6B30-43A1-A42C-ABE1BC768D07}">
      <dsp:nvSpPr>
        <dsp:cNvPr id="0" name=""/>
        <dsp:cNvSpPr/>
      </dsp:nvSpPr>
      <dsp:spPr>
        <a:xfrm>
          <a:off x="5779477" y="2325561"/>
          <a:ext cx="4320000" cy="1329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kern="1200" dirty="0"/>
            <a:t>If possible, enable Multi-factor authentication on every account you can</a:t>
          </a:r>
        </a:p>
        <a:p>
          <a:pPr marL="0" lvl="0" indent="0" algn="l" defTabSz="711200">
            <a:lnSpc>
              <a:spcPct val="100000"/>
            </a:lnSpc>
            <a:spcBef>
              <a:spcPct val="0"/>
            </a:spcBef>
            <a:spcAft>
              <a:spcPct val="35000"/>
            </a:spcAft>
            <a:buNone/>
          </a:pPr>
          <a:r>
            <a:rPr lang="en-US" sz="1600" kern="1200"/>
            <a:t>MFA requires you to enter an additional piece of information when logging into your account (Usually a code sent to your phone)</a:t>
          </a:r>
        </a:p>
      </dsp:txBody>
      <dsp:txXfrm>
        <a:off x="5779477" y="2325561"/>
        <a:ext cx="4320000" cy="132986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24ED3F-0837-472D-9699-EC0038D3D701}">
      <dsp:nvSpPr>
        <dsp:cNvPr id="0" name=""/>
        <dsp:cNvSpPr/>
      </dsp:nvSpPr>
      <dsp:spPr>
        <a:xfrm>
          <a:off x="342169" y="940686"/>
          <a:ext cx="1062615" cy="10626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78945E-BC7B-4009-B6ED-7C79FE759F00}">
      <dsp:nvSpPr>
        <dsp:cNvPr id="0" name=""/>
        <dsp:cNvSpPr/>
      </dsp:nvSpPr>
      <dsp:spPr>
        <a:xfrm>
          <a:off x="568628" y="1167145"/>
          <a:ext cx="609697" cy="60969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9B4A8B-3E31-481D-8164-8D6D7A7C585F}">
      <dsp:nvSpPr>
        <dsp:cNvPr id="0" name=""/>
        <dsp:cNvSpPr/>
      </dsp:nvSpPr>
      <dsp:spPr>
        <a:xfrm>
          <a:off x="2480" y="233428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solidFill>
                <a:schemeClr val="bg1"/>
              </a:solidFill>
            </a:rPr>
            <a:t>Risky Websites</a:t>
          </a:r>
        </a:p>
      </dsp:txBody>
      <dsp:txXfrm>
        <a:off x="2480" y="2334280"/>
        <a:ext cx="1741992" cy="696796"/>
      </dsp:txXfrm>
    </dsp:sp>
    <dsp:sp modelId="{6958C43F-6BB5-474E-84B0-FDD02033D787}">
      <dsp:nvSpPr>
        <dsp:cNvPr id="0" name=""/>
        <dsp:cNvSpPr/>
      </dsp:nvSpPr>
      <dsp:spPr>
        <a:xfrm>
          <a:off x="2389009" y="940686"/>
          <a:ext cx="1062615" cy="10626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7F6128-DAD2-4291-A798-A54DEFBC925A}">
      <dsp:nvSpPr>
        <dsp:cNvPr id="0" name=""/>
        <dsp:cNvSpPr/>
      </dsp:nvSpPr>
      <dsp:spPr>
        <a:xfrm>
          <a:off x="2615468" y="1167145"/>
          <a:ext cx="609697" cy="60969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7818EF-AC67-4E23-A28B-A1D08E636B24}">
      <dsp:nvSpPr>
        <dsp:cNvPr id="0" name=""/>
        <dsp:cNvSpPr/>
      </dsp:nvSpPr>
      <dsp:spPr>
        <a:xfrm>
          <a:off x="2049321" y="233428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solidFill>
                <a:schemeClr val="bg1"/>
              </a:solidFill>
            </a:rPr>
            <a:t>Pay Attention to HTTPS</a:t>
          </a:r>
        </a:p>
      </dsp:txBody>
      <dsp:txXfrm>
        <a:off x="2049321" y="2334280"/>
        <a:ext cx="1741992" cy="696796"/>
      </dsp:txXfrm>
    </dsp:sp>
    <dsp:sp modelId="{A5E20D78-833E-4C80-97F2-C1FCCA64EFD4}">
      <dsp:nvSpPr>
        <dsp:cNvPr id="0" name=""/>
        <dsp:cNvSpPr/>
      </dsp:nvSpPr>
      <dsp:spPr>
        <a:xfrm>
          <a:off x="4435850" y="940686"/>
          <a:ext cx="1062615" cy="10626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591EEA-0452-4784-AEB4-1958A94A21BC}">
      <dsp:nvSpPr>
        <dsp:cNvPr id="0" name=""/>
        <dsp:cNvSpPr/>
      </dsp:nvSpPr>
      <dsp:spPr>
        <a:xfrm>
          <a:off x="4662309" y="1167145"/>
          <a:ext cx="609697" cy="60969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70CF05-F70B-467B-B70A-AF92CA88AB24}">
      <dsp:nvSpPr>
        <dsp:cNvPr id="0" name=""/>
        <dsp:cNvSpPr/>
      </dsp:nvSpPr>
      <dsp:spPr>
        <a:xfrm>
          <a:off x="4096162" y="233428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solidFill>
                <a:schemeClr val="bg1"/>
              </a:solidFill>
            </a:rPr>
            <a:t>Identify Browser Based Hoaxes</a:t>
          </a:r>
        </a:p>
      </dsp:txBody>
      <dsp:txXfrm>
        <a:off x="4096162" y="2334280"/>
        <a:ext cx="1741992" cy="696796"/>
      </dsp:txXfrm>
    </dsp:sp>
    <dsp:sp modelId="{36B15107-A9B3-4B19-852D-A81DAED135E2}">
      <dsp:nvSpPr>
        <dsp:cNvPr id="0" name=""/>
        <dsp:cNvSpPr/>
      </dsp:nvSpPr>
      <dsp:spPr>
        <a:xfrm>
          <a:off x="6482691" y="940686"/>
          <a:ext cx="1062615" cy="10626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84FC5B-4C43-4D9D-87B2-75DB117E76E8}">
      <dsp:nvSpPr>
        <dsp:cNvPr id="0" name=""/>
        <dsp:cNvSpPr/>
      </dsp:nvSpPr>
      <dsp:spPr>
        <a:xfrm>
          <a:off x="6709150" y="1167145"/>
          <a:ext cx="609697" cy="60969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74C693-687A-4D45-94D9-41338635AFAF}">
      <dsp:nvSpPr>
        <dsp:cNvPr id="0" name=""/>
        <dsp:cNvSpPr/>
      </dsp:nvSpPr>
      <dsp:spPr>
        <a:xfrm>
          <a:off x="6143003" y="2334280"/>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dirty="0">
              <a:solidFill>
                <a:schemeClr val="bg1"/>
              </a:solidFill>
            </a:rPr>
            <a:t>Spotting Fake Web Addresses</a:t>
          </a:r>
        </a:p>
      </dsp:txBody>
      <dsp:txXfrm>
        <a:off x="6143003" y="2334280"/>
        <a:ext cx="1741992" cy="69679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90A4DA-D386-4F43-B488-FE3A54A226E0}">
      <dsp:nvSpPr>
        <dsp:cNvPr id="0" name=""/>
        <dsp:cNvSpPr/>
      </dsp:nvSpPr>
      <dsp:spPr>
        <a:xfrm>
          <a:off x="761103" y="435093"/>
          <a:ext cx="1944000" cy="1944000"/>
        </a:xfrm>
        <a:prstGeom prst="rect">
          <a:avLst/>
        </a:prstGeom>
        <a:blipFill rotWithShape="1">
          <a:blip xmlns:r="http://schemas.openxmlformats.org/officeDocument/2006/relationships" r:embed="rId1"/>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BE61B5-B01D-447E-8154-3BBDB2EF8237}">
      <dsp:nvSpPr>
        <dsp:cNvPr id="0" name=""/>
        <dsp:cNvSpPr/>
      </dsp:nvSpPr>
      <dsp:spPr>
        <a:xfrm>
          <a:off x="527032" y="2494316"/>
          <a:ext cx="221615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No Adult Content</a:t>
          </a:r>
        </a:p>
      </dsp:txBody>
      <dsp:txXfrm>
        <a:off x="527032" y="2494316"/>
        <a:ext cx="2216158" cy="720000"/>
      </dsp:txXfrm>
    </dsp:sp>
    <dsp:sp modelId="{1CE7CAFA-B8D1-4CB2-975A-74AD34E901B8}">
      <dsp:nvSpPr>
        <dsp:cNvPr id="0" name=""/>
        <dsp:cNvSpPr/>
      </dsp:nvSpPr>
      <dsp:spPr>
        <a:xfrm>
          <a:off x="6481947" y="432463"/>
          <a:ext cx="1944000" cy="1944000"/>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FB61DB-6990-49E7-970B-5C48F44E0B6C}">
      <dsp:nvSpPr>
        <dsp:cNvPr id="0" name=""/>
        <dsp:cNvSpPr/>
      </dsp:nvSpPr>
      <dsp:spPr>
        <a:xfrm>
          <a:off x="3370046" y="2483138"/>
          <a:ext cx="2367532" cy="493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No Software Piracy</a:t>
          </a:r>
        </a:p>
      </dsp:txBody>
      <dsp:txXfrm>
        <a:off x="3370046" y="2483138"/>
        <a:ext cx="2367532" cy="49381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024FE-491D-429F-B21C-2FB85B619AA7}">
      <dsp:nvSpPr>
        <dsp:cNvPr id="0" name=""/>
        <dsp:cNvSpPr/>
      </dsp:nvSpPr>
      <dsp:spPr>
        <a:xfrm>
          <a:off x="0" y="2442"/>
          <a:ext cx="6513603" cy="123800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B292EF-8108-4F79-91D9-5A4433114328}">
      <dsp:nvSpPr>
        <dsp:cNvPr id="0" name=""/>
        <dsp:cNvSpPr/>
      </dsp:nvSpPr>
      <dsp:spPr>
        <a:xfrm>
          <a:off x="374497" y="280994"/>
          <a:ext cx="680904" cy="6809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8E2C07-AA74-43E1-8E3A-7CDDAB98ECBE}">
      <dsp:nvSpPr>
        <dsp:cNvPr id="0" name=""/>
        <dsp:cNvSpPr/>
      </dsp:nvSpPr>
      <dsp:spPr>
        <a:xfrm>
          <a:off x="1429899" y="2442"/>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a:t>Keeping Unattended Workstations Secure</a:t>
          </a:r>
        </a:p>
      </dsp:txBody>
      <dsp:txXfrm>
        <a:off x="1429899" y="2442"/>
        <a:ext cx="5083704" cy="1238008"/>
      </dsp:txXfrm>
    </dsp:sp>
    <dsp:sp modelId="{55BDF2D1-71C0-48DA-9D83-C63A80748940}">
      <dsp:nvSpPr>
        <dsp:cNvPr id="0" name=""/>
        <dsp:cNvSpPr/>
      </dsp:nvSpPr>
      <dsp:spPr>
        <a:xfrm>
          <a:off x="0" y="1549953"/>
          <a:ext cx="6513603" cy="123800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0B9ED6-4697-4957-AD1E-DFCCAEFADBCC}">
      <dsp:nvSpPr>
        <dsp:cNvPr id="0" name=""/>
        <dsp:cNvSpPr/>
      </dsp:nvSpPr>
      <dsp:spPr>
        <a:xfrm>
          <a:off x="374497" y="1828505"/>
          <a:ext cx="680904" cy="6809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EB977C-AAB2-4C12-96F4-976EEF7D6334}">
      <dsp:nvSpPr>
        <dsp:cNvPr id="0" name=""/>
        <dsp:cNvSpPr/>
      </dsp:nvSpPr>
      <dsp:spPr>
        <a:xfrm>
          <a:off x="1429899" y="1549953"/>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dirty="0"/>
            <a:t>Protecting Confidential Documents</a:t>
          </a:r>
        </a:p>
      </dsp:txBody>
      <dsp:txXfrm>
        <a:off x="1429899" y="1549953"/>
        <a:ext cx="5083704" cy="1238008"/>
      </dsp:txXfrm>
    </dsp:sp>
    <dsp:sp modelId="{B6D3A564-D54A-4867-BA20-8515C79E2230}">
      <dsp:nvSpPr>
        <dsp:cNvPr id="0" name=""/>
        <dsp:cNvSpPr/>
      </dsp:nvSpPr>
      <dsp:spPr>
        <a:xfrm>
          <a:off x="0" y="3097464"/>
          <a:ext cx="6513603" cy="123800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2CFA0C-8EFA-4358-B824-0329AD26DAE2}">
      <dsp:nvSpPr>
        <dsp:cNvPr id="0" name=""/>
        <dsp:cNvSpPr/>
      </dsp:nvSpPr>
      <dsp:spPr>
        <a:xfrm>
          <a:off x="374497" y="3376015"/>
          <a:ext cx="680904" cy="68090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26BACC-43F1-4926-8C8D-D2153E4770D5}">
      <dsp:nvSpPr>
        <dsp:cNvPr id="0" name=""/>
        <dsp:cNvSpPr/>
      </dsp:nvSpPr>
      <dsp:spPr>
        <a:xfrm>
          <a:off x="1429899" y="309746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a:t>Prevent Tailgating/Impersonation</a:t>
          </a:r>
        </a:p>
      </dsp:txBody>
      <dsp:txXfrm>
        <a:off x="1429899" y="3097464"/>
        <a:ext cx="5083704" cy="1238008"/>
      </dsp:txXfrm>
    </dsp:sp>
    <dsp:sp modelId="{A6849A18-9176-4FFD-A605-42F7F53CEE9B}">
      <dsp:nvSpPr>
        <dsp:cNvPr id="0" name=""/>
        <dsp:cNvSpPr/>
      </dsp:nvSpPr>
      <dsp:spPr>
        <a:xfrm>
          <a:off x="0" y="4644974"/>
          <a:ext cx="6513603" cy="123800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7695-A01A-4415-9873-776E492BE44C}">
      <dsp:nvSpPr>
        <dsp:cNvPr id="0" name=""/>
        <dsp:cNvSpPr/>
      </dsp:nvSpPr>
      <dsp:spPr>
        <a:xfrm>
          <a:off x="374497" y="4923526"/>
          <a:ext cx="680904" cy="68090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384BCF-CABB-4EE2-9DBB-A1A0642653AA}">
      <dsp:nvSpPr>
        <dsp:cNvPr id="0" name=""/>
        <dsp:cNvSpPr/>
      </dsp:nvSpPr>
      <dsp:spPr>
        <a:xfrm>
          <a:off x="1429899" y="464497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a:t>Protect yourself from Shoulder Surfing</a:t>
          </a:r>
        </a:p>
      </dsp:txBody>
      <dsp:txXfrm>
        <a:off x="1429899" y="4644974"/>
        <a:ext cx="5083704" cy="123800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748B7-EF4C-4380-925A-3B345047E8B0}">
      <dsp:nvSpPr>
        <dsp:cNvPr id="0" name=""/>
        <dsp:cNvSpPr/>
      </dsp:nvSpPr>
      <dsp:spPr>
        <a:xfrm>
          <a:off x="0" y="718"/>
          <a:ext cx="6513603" cy="168113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59336D-C01D-480E-B016-791889A93C8F}">
      <dsp:nvSpPr>
        <dsp:cNvPr id="0" name=""/>
        <dsp:cNvSpPr/>
      </dsp:nvSpPr>
      <dsp:spPr>
        <a:xfrm>
          <a:off x="508544" y="378974"/>
          <a:ext cx="924626" cy="924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8DF5BF-A3A3-437B-8E64-E40A16BC75AE}">
      <dsp:nvSpPr>
        <dsp:cNvPr id="0" name=""/>
        <dsp:cNvSpPr/>
      </dsp:nvSpPr>
      <dsp:spPr>
        <a:xfrm>
          <a:off x="1941716" y="718"/>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022350">
            <a:lnSpc>
              <a:spcPct val="90000"/>
            </a:lnSpc>
            <a:spcBef>
              <a:spcPct val="0"/>
            </a:spcBef>
            <a:spcAft>
              <a:spcPct val="35000"/>
            </a:spcAft>
            <a:buNone/>
          </a:pPr>
          <a:r>
            <a:rPr lang="en-US" sz="2300" kern="1200" dirty="0"/>
            <a:t>Keep your workstations locked while unattended.</a:t>
          </a:r>
        </a:p>
      </dsp:txBody>
      <dsp:txXfrm>
        <a:off x="1941716" y="718"/>
        <a:ext cx="4571887" cy="1681139"/>
      </dsp:txXfrm>
    </dsp:sp>
    <dsp:sp modelId="{AECEAC19-FE8F-4BD4-AA3A-C4767771F8EA}">
      <dsp:nvSpPr>
        <dsp:cNvPr id="0" name=""/>
        <dsp:cNvSpPr/>
      </dsp:nvSpPr>
      <dsp:spPr>
        <a:xfrm>
          <a:off x="0" y="2102143"/>
          <a:ext cx="6513603" cy="168113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E3C6AA-60A2-4016-85CA-AFF30DFDEF8B}">
      <dsp:nvSpPr>
        <dsp:cNvPr id="0" name=""/>
        <dsp:cNvSpPr/>
      </dsp:nvSpPr>
      <dsp:spPr>
        <a:xfrm>
          <a:off x="508544" y="2480399"/>
          <a:ext cx="924626" cy="92462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8AAF1F-A4DA-4802-9C06-846B665AB549}">
      <dsp:nvSpPr>
        <dsp:cNvPr id="0" name=""/>
        <dsp:cNvSpPr/>
      </dsp:nvSpPr>
      <dsp:spPr>
        <a:xfrm>
          <a:off x="1941716" y="2102143"/>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022350">
            <a:lnSpc>
              <a:spcPct val="90000"/>
            </a:lnSpc>
            <a:spcBef>
              <a:spcPct val="0"/>
            </a:spcBef>
            <a:spcAft>
              <a:spcPct val="35000"/>
            </a:spcAft>
            <a:buNone/>
          </a:pPr>
          <a:r>
            <a:rPr lang="en-US" sz="2300" kern="1200" dirty="0"/>
            <a:t>An unlocked workstation grants complete access to anyone who passes by. Copying your files only takes seconds.</a:t>
          </a:r>
        </a:p>
      </dsp:txBody>
      <dsp:txXfrm>
        <a:off x="1941716" y="2102143"/>
        <a:ext cx="4571887" cy="1681139"/>
      </dsp:txXfrm>
    </dsp:sp>
    <dsp:sp modelId="{073AF6FD-5B5A-4CAF-860A-8476B4E727CC}">
      <dsp:nvSpPr>
        <dsp:cNvPr id="0" name=""/>
        <dsp:cNvSpPr/>
      </dsp:nvSpPr>
      <dsp:spPr>
        <a:xfrm>
          <a:off x="0" y="4203567"/>
          <a:ext cx="6513603" cy="168113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3FE938-A9C7-4EE0-A81D-B31B45AD574D}">
      <dsp:nvSpPr>
        <dsp:cNvPr id="0" name=""/>
        <dsp:cNvSpPr/>
      </dsp:nvSpPr>
      <dsp:spPr>
        <a:xfrm>
          <a:off x="508544" y="4581824"/>
          <a:ext cx="924626" cy="92462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408B29-E785-4B14-9800-1DA888B91469}">
      <dsp:nvSpPr>
        <dsp:cNvPr id="0" name=""/>
        <dsp:cNvSpPr/>
      </dsp:nvSpPr>
      <dsp:spPr>
        <a:xfrm>
          <a:off x="1941716" y="4203567"/>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022350">
            <a:lnSpc>
              <a:spcPct val="90000"/>
            </a:lnSpc>
            <a:spcBef>
              <a:spcPct val="0"/>
            </a:spcBef>
            <a:spcAft>
              <a:spcPct val="35000"/>
            </a:spcAft>
            <a:buNone/>
          </a:pPr>
          <a:r>
            <a:rPr lang="en-US" sz="2300" kern="1200" dirty="0"/>
            <a:t>Gives anyone the ability to install malware on your machine (intentional or not)</a:t>
          </a:r>
        </a:p>
      </dsp:txBody>
      <dsp:txXfrm>
        <a:off x="1941716" y="4203567"/>
        <a:ext cx="4571887" cy="168113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FA55AE-3776-4F2A-BCD3-C4A108468FF1}">
      <dsp:nvSpPr>
        <dsp:cNvPr id="0" name=""/>
        <dsp:cNvSpPr/>
      </dsp:nvSpPr>
      <dsp:spPr>
        <a:xfrm>
          <a:off x="0" y="718"/>
          <a:ext cx="6513603" cy="168113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E0D77-BC58-4067-B37F-1D5890D3BF4B}">
      <dsp:nvSpPr>
        <dsp:cNvPr id="0" name=""/>
        <dsp:cNvSpPr/>
      </dsp:nvSpPr>
      <dsp:spPr>
        <a:xfrm>
          <a:off x="508544" y="378974"/>
          <a:ext cx="924626" cy="92462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29ED25-C815-4EE9-B468-6985C0571E7A}">
      <dsp:nvSpPr>
        <dsp:cNvPr id="0" name=""/>
        <dsp:cNvSpPr/>
      </dsp:nvSpPr>
      <dsp:spPr>
        <a:xfrm>
          <a:off x="1941716" y="718"/>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022350">
            <a:lnSpc>
              <a:spcPct val="90000"/>
            </a:lnSpc>
            <a:spcBef>
              <a:spcPct val="0"/>
            </a:spcBef>
            <a:spcAft>
              <a:spcPct val="35000"/>
            </a:spcAft>
            <a:buNone/>
          </a:pPr>
          <a:r>
            <a:rPr lang="en-US" sz="2300" kern="1200"/>
            <a:t>Confidential documents in the workplace should be treated with the same security as documents on your computer</a:t>
          </a:r>
        </a:p>
      </dsp:txBody>
      <dsp:txXfrm>
        <a:off x="1941716" y="718"/>
        <a:ext cx="4571887" cy="1681139"/>
      </dsp:txXfrm>
    </dsp:sp>
    <dsp:sp modelId="{9A978F0F-FA76-43BA-B5EE-E92441016A5F}">
      <dsp:nvSpPr>
        <dsp:cNvPr id="0" name=""/>
        <dsp:cNvSpPr/>
      </dsp:nvSpPr>
      <dsp:spPr>
        <a:xfrm>
          <a:off x="0" y="2102143"/>
          <a:ext cx="6513603" cy="168113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C9C9F7-4657-4B23-BCED-AF18D5A5D3EF}">
      <dsp:nvSpPr>
        <dsp:cNvPr id="0" name=""/>
        <dsp:cNvSpPr/>
      </dsp:nvSpPr>
      <dsp:spPr>
        <a:xfrm>
          <a:off x="508544" y="2480399"/>
          <a:ext cx="924626" cy="92462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E77BA5-36E4-4D5A-B611-70F8C265870B}">
      <dsp:nvSpPr>
        <dsp:cNvPr id="0" name=""/>
        <dsp:cNvSpPr/>
      </dsp:nvSpPr>
      <dsp:spPr>
        <a:xfrm>
          <a:off x="1941716" y="2102143"/>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022350">
            <a:lnSpc>
              <a:spcPct val="90000"/>
            </a:lnSpc>
            <a:spcBef>
              <a:spcPct val="0"/>
            </a:spcBef>
            <a:spcAft>
              <a:spcPct val="35000"/>
            </a:spcAft>
            <a:buNone/>
          </a:pPr>
          <a:r>
            <a:rPr lang="en-US" sz="2300" kern="1200"/>
            <a:t>Use secure shred bins for disposing of sensitive paper documents and electronic media</a:t>
          </a:r>
        </a:p>
      </dsp:txBody>
      <dsp:txXfrm>
        <a:off x="1941716" y="2102143"/>
        <a:ext cx="4571887" cy="1681139"/>
      </dsp:txXfrm>
    </dsp:sp>
    <dsp:sp modelId="{3AFA38D0-8768-4311-8F26-D723530946DA}">
      <dsp:nvSpPr>
        <dsp:cNvPr id="0" name=""/>
        <dsp:cNvSpPr/>
      </dsp:nvSpPr>
      <dsp:spPr>
        <a:xfrm>
          <a:off x="0" y="4203567"/>
          <a:ext cx="6513603" cy="168113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3BB06-6380-4234-8949-2695705C4EC2}">
      <dsp:nvSpPr>
        <dsp:cNvPr id="0" name=""/>
        <dsp:cNvSpPr/>
      </dsp:nvSpPr>
      <dsp:spPr>
        <a:xfrm>
          <a:off x="508544" y="4581824"/>
          <a:ext cx="924626" cy="924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292773-7DAA-465F-8D5E-0EBF57090DC3}">
      <dsp:nvSpPr>
        <dsp:cNvPr id="0" name=""/>
        <dsp:cNvSpPr/>
      </dsp:nvSpPr>
      <dsp:spPr>
        <a:xfrm>
          <a:off x="1941716" y="4203567"/>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022350">
            <a:lnSpc>
              <a:spcPct val="90000"/>
            </a:lnSpc>
            <a:spcBef>
              <a:spcPct val="0"/>
            </a:spcBef>
            <a:spcAft>
              <a:spcPct val="35000"/>
            </a:spcAft>
            <a:buNone/>
          </a:pPr>
          <a:r>
            <a:rPr lang="en-US" sz="2300" kern="1200"/>
            <a:t>Lock away confidential documents at the end of the work day or when they are unattended</a:t>
          </a:r>
        </a:p>
      </dsp:txBody>
      <dsp:txXfrm>
        <a:off x="1941716" y="4203567"/>
        <a:ext cx="4571887" cy="168113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D7FC76-1204-4E4C-A6A5-6D290C0F1E1D}">
      <dsp:nvSpPr>
        <dsp:cNvPr id="0" name=""/>
        <dsp:cNvSpPr/>
      </dsp:nvSpPr>
      <dsp:spPr>
        <a:xfrm>
          <a:off x="0" y="956381"/>
          <a:ext cx="6513603" cy="17656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90C5B1-BA97-44E1-A50F-0E2E1AE8BC71}">
      <dsp:nvSpPr>
        <dsp:cNvPr id="0" name=""/>
        <dsp:cNvSpPr/>
      </dsp:nvSpPr>
      <dsp:spPr>
        <a:xfrm>
          <a:off x="534102" y="1353647"/>
          <a:ext cx="971095" cy="9710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72996F-4A17-42A7-82CA-90F8E67FCDC1}">
      <dsp:nvSpPr>
        <dsp:cNvPr id="0" name=""/>
        <dsp:cNvSpPr/>
      </dsp:nvSpPr>
      <dsp:spPr>
        <a:xfrm>
          <a:off x="2039300" y="956381"/>
          <a:ext cx="4474303" cy="176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862" tIns="186862" rIns="186862" bIns="186862" numCol="1" spcCol="1270" anchor="ctr" anchorCtr="0">
          <a:noAutofit/>
        </a:bodyPr>
        <a:lstStyle/>
        <a:p>
          <a:pPr marL="0" lvl="0" indent="0" algn="l" defTabSz="1111250">
            <a:lnSpc>
              <a:spcPct val="100000"/>
            </a:lnSpc>
            <a:spcBef>
              <a:spcPct val="0"/>
            </a:spcBef>
            <a:spcAft>
              <a:spcPct val="35000"/>
            </a:spcAft>
            <a:buNone/>
          </a:pPr>
          <a:r>
            <a:rPr lang="en-US" sz="2500" kern="1200"/>
            <a:t>Have a policy in place for visitors (Check-in system, visitor badge, etc)</a:t>
          </a:r>
        </a:p>
      </dsp:txBody>
      <dsp:txXfrm>
        <a:off x="2039300" y="956381"/>
        <a:ext cx="4474303" cy="1765627"/>
      </dsp:txXfrm>
    </dsp:sp>
    <dsp:sp modelId="{E06D287F-0371-42D5-A127-25436E94DDA6}">
      <dsp:nvSpPr>
        <dsp:cNvPr id="0" name=""/>
        <dsp:cNvSpPr/>
      </dsp:nvSpPr>
      <dsp:spPr>
        <a:xfrm>
          <a:off x="0" y="3163416"/>
          <a:ext cx="6513603" cy="176562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4400DE-8D96-4D64-A539-A1B8E41328A6}">
      <dsp:nvSpPr>
        <dsp:cNvPr id="0" name=""/>
        <dsp:cNvSpPr/>
      </dsp:nvSpPr>
      <dsp:spPr>
        <a:xfrm>
          <a:off x="534102" y="3560682"/>
          <a:ext cx="971095" cy="9710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A19F51-D21A-4E3E-81E1-AD1CEDE78FA9}">
      <dsp:nvSpPr>
        <dsp:cNvPr id="0" name=""/>
        <dsp:cNvSpPr/>
      </dsp:nvSpPr>
      <dsp:spPr>
        <a:xfrm>
          <a:off x="2039300" y="3163416"/>
          <a:ext cx="4474303" cy="176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862" tIns="186862" rIns="186862" bIns="186862" numCol="1" spcCol="1270" anchor="ctr" anchorCtr="0">
          <a:noAutofit/>
        </a:bodyPr>
        <a:lstStyle/>
        <a:p>
          <a:pPr marL="0" lvl="0" indent="0" algn="l" defTabSz="1111250">
            <a:lnSpc>
              <a:spcPct val="100000"/>
            </a:lnSpc>
            <a:spcBef>
              <a:spcPct val="0"/>
            </a:spcBef>
            <a:spcAft>
              <a:spcPct val="35000"/>
            </a:spcAft>
            <a:buNone/>
          </a:pPr>
          <a:r>
            <a:rPr lang="en-US" sz="2500" kern="1200"/>
            <a:t>Don’t be afraid to ask who someone is and why they are there.  </a:t>
          </a:r>
        </a:p>
      </dsp:txBody>
      <dsp:txXfrm>
        <a:off x="2039300" y="3163416"/>
        <a:ext cx="4474303" cy="176562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C8EA2-F0C3-423A-B9D2-293A6D75F728}">
      <dsp:nvSpPr>
        <dsp:cNvPr id="0" name=""/>
        <dsp:cNvSpPr/>
      </dsp:nvSpPr>
      <dsp:spPr>
        <a:xfrm>
          <a:off x="0" y="718"/>
          <a:ext cx="6513603" cy="168113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A8A6EC-F054-4300-A860-A2CA0D7ED99B}">
      <dsp:nvSpPr>
        <dsp:cNvPr id="0" name=""/>
        <dsp:cNvSpPr/>
      </dsp:nvSpPr>
      <dsp:spPr>
        <a:xfrm>
          <a:off x="508544" y="378974"/>
          <a:ext cx="924626" cy="92462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DA31C9-2511-4938-B6A2-3FCB5CF3417F}">
      <dsp:nvSpPr>
        <dsp:cNvPr id="0" name=""/>
        <dsp:cNvSpPr/>
      </dsp:nvSpPr>
      <dsp:spPr>
        <a:xfrm>
          <a:off x="1941716" y="718"/>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111250">
            <a:lnSpc>
              <a:spcPct val="90000"/>
            </a:lnSpc>
            <a:spcBef>
              <a:spcPct val="0"/>
            </a:spcBef>
            <a:spcAft>
              <a:spcPct val="35000"/>
            </a:spcAft>
            <a:buNone/>
          </a:pPr>
          <a:r>
            <a:rPr lang="en-US" sz="2500" kern="1200" dirty="0"/>
            <a:t>Curiosity, espionage, and competitive advantage can give an incentive to shoulder surf</a:t>
          </a:r>
        </a:p>
      </dsp:txBody>
      <dsp:txXfrm>
        <a:off x="1941716" y="718"/>
        <a:ext cx="4571887" cy="1681139"/>
      </dsp:txXfrm>
    </dsp:sp>
    <dsp:sp modelId="{0CA17FD2-79BF-48C5-8B3C-AC1FC30F14F0}">
      <dsp:nvSpPr>
        <dsp:cNvPr id="0" name=""/>
        <dsp:cNvSpPr/>
      </dsp:nvSpPr>
      <dsp:spPr>
        <a:xfrm>
          <a:off x="0" y="2102143"/>
          <a:ext cx="6513603" cy="168113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6E7CA7-BAD9-4F60-8C5A-96FE35879FDA}">
      <dsp:nvSpPr>
        <dsp:cNvPr id="0" name=""/>
        <dsp:cNvSpPr/>
      </dsp:nvSpPr>
      <dsp:spPr>
        <a:xfrm>
          <a:off x="508544" y="2480399"/>
          <a:ext cx="924626" cy="924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35FE2C-D22A-421F-AA28-B246C35378FA}">
      <dsp:nvSpPr>
        <dsp:cNvPr id="0" name=""/>
        <dsp:cNvSpPr/>
      </dsp:nvSpPr>
      <dsp:spPr>
        <a:xfrm>
          <a:off x="1941716" y="2102143"/>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111250">
            <a:lnSpc>
              <a:spcPct val="90000"/>
            </a:lnSpc>
            <a:spcBef>
              <a:spcPct val="0"/>
            </a:spcBef>
            <a:spcAft>
              <a:spcPct val="35000"/>
            </a:spcAft>
            <a:buNone/>
          </a:pPr>
          <a:r>
            <a:rPr lang="en-US" sz="2500" kern="1200" dirty="0"/>
            <a:t>Don’t view potentially sensitive information in public areas (Airports, Coffee Shops, Flights)</a:t>
          </a:r>
        </a:p>
      </dsp:txBody>
      <dsp:txXfrm>
        <a:off x="1941716" y="2102143"/>
        <a:ext cx="4571887" cy="1681139"/>
      </dsp:txXfrm>
    </dsp:sp>
    <dsp:sp modelId="{6B10D1B1-9443-4B42-9E26-C2641B2A66D0}">
      <dsp:nvSpPr>
        <dsp:cNvPr id="0" name=""/>
        <dsp:cNvSpPr/>
      </dsp:nvSpPr>
      <dsp:spPr>
        <a:xfrm>
          <a:off x="0" y="4203567"/>
          <a:ext cx="6513603" cy="168113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24A9AB-88F0-4982-A189-84D2B4264C31}">
      <dsp:nvSpPr>
        <dsp:cNvPr id="0" name=""/>
        <dsp:cNvSpPr/>
      </dsp:nvSpPr>
      <dsp:spPr>
        <a:xfrm>
          <a:off x="508544" y="4581824"/>
          <a:ext cx="924626" cy="924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D41006-7A91-4D22-8C7F-941B22ED9DE7}">
      <dsp:nvSpPr>
        <dsp:cNvPr id="0" name=""/>
        <dsp:cNvSpPr/>
      </dsp:nvSpPr>
      <dsp:spPr>
        <a:xfrm>
          <a:off x="1941716" y="4203567"/>
          <a:ext cx="4571887" cy="16811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921" tIns="177921" rIns="177921" bIns="177921" numCol="1" spcCol="1270" anchor="ctr" anchorCtr="0">
          <a:noAutofit/>
        </a:bodyPr>
        <a:lstStyle/>
        <a:p>
          <a:pPr marL="0" lvl="0" indent="0" algn="l" defTabSz="1111250">
            <a:lnSpc>
              <a:spcPct val="90000"/>
            </a:lnSpc>
            <a:spcBef>
              <a:spcPct val="0"/>
            </a:spcBef>
            <a:spcAft>
              <a:spcPct val="35000"/>
            </a:spcAft>
            <a:buNone/>
          </a:pPr>
          <a:r>
            <a:rPr lang="en-US" sz="2500" kern="1200"/>
            <a:t>Invest in a privacy filter if you are constantly working with sensitive information</a:t>
          </a:r>
        </a:p>
      </dsp:txBody>
      <dsp:txXfrm>
        <a:off x="1941716" y="4203567"/>
        <a:ext cx="4571887" cy="168113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4BEE09-6DC8-4D7E-A748-CE72FA16E552}">
      <dsp:nvSpPr>
        <dsp:cNvPr id="0" name=""/>
        <dsp:cNvSpPr/>
      </dsp:nvSpPr>
      <dsp:spPr>
        <a:xfrm>
          <a:off x="109363" y="692144"/>
          <a:ext cx="833364" cy="83336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4B6D46-C5DE-4EE5-B722-F95E492F0558}">
      <dsp:nvSpPr>
        <dsp:cNvPr id="0" name=""/>
        <dsp:cNvSpPr/>
      </dsp:nvSpPr>
      <dsp:spPr>
        <a:xfrm>
          <a:off x="284370" y="867150"/>
          <a:ext cx="483351" cy="48335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8A5924-83D5-410B-B9EE-0A8FA33F1211}">
      <dsp:nvSpPr>
        <dsp:cNvPr id="0" name=""/>
        <dsp:cNvSpPr/>
      </dsp:nvSpPr>
      <dsp:spPr>
        <a:xfrm>
          <a:off x="1121306"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Pay close attention to emails and attachments. Phishing attacks have been increasing globally at a rapid rate.</a:t>
          </a:r>
        </a:p>
      </dsp:txBody>
      <dsp:txXfrm>
        <a:off x="1121306" y="692144"/>
        <a:ext cx="1964358" cy="833364"/>
      </dsp:txXfrm>
    </dsp:sp>
    <dsp:sp modelId="{B0F246CA-94B8-4505-A216-429648462FD6}">
      <dsp:nvSpPr>
        <dsp:cNvPr id="0" name=""/>
        <dsp:cNvSpPr/>
      </dsp:nvSpPr>
      <dsp:spPr>
        <a:xfrm>
          <a:off x="3427939" y="692144"/>
          <a:ext cx="833364" cy="83336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8B405E-AEFB-44F1-BF89-21B2CE2F03C8}">
      <dsp:nvSpPr>
        <dsp:cNvPr id="0" name=""/>
        <dsp:cNvSpPr/>
      </dsp:nvSpPr>
      <dsp:spPr>
        <a:xfrm>
          <a:off x="3602945" y="867150"/>
          <a:ext cx="483351" cy="48335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D50523-CB93-4DD5-BE1E-47113F622843}">
      <dsp:nvSpPr>
        <dsp:cNvPr id="0" name=""/>
        <dsp:cNvSpPr/>
      </dsp:nvSpPr>
      <dsp:spPr>
        <a:xfrm>
          <a:off x="4439881"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Remember the safe web browsing tips when you are using the web.</a:t>
          </a:r>
        </a:p>
      </dsp:txBody>
      <dsp:txXfrm>
        <a:off x="4439881" y="692144"/>
        <a:ext cx="1964358" cy="833364"/>
      </dsp:txXfrm>
    </dsp:sp>
    <dsp:sp modelId="{E93625BE-76BE-41CE-A55F-7ACD353EB547}">
      <dsp:nvSpPr>
        <dsp:cNvPr id="0" name=""/>
        <dsp:cNvSpPr/>
      </dsp:nvSpPr>
      <dsp:spPr>
        <a:xfrm>
          <a:off x="109363" y="2526030"/>
          <a:ext cx="833364" cy="83336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27C5AA-A3DF-48ED-A3D9-8DA606CA6772}">
      <dsp:nvSpPr>
        <dsp:cNvPr id="0" name=""/>
        <dsp:cNvSpPr/>
      </dsp:nvSpPr>
      <dsp:spPr>
        <a:xfrm>
          <a:off x="284370" y="2701037"/>
          <a:ext cx="483351" cy="48335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D40EED-A704-4EAF-91BD-E7C112972B6C}">
      <dsp:nvSpPr>
        <dsp:cNvPr id="0" name=""/>
        <dsp:cNvSpPr/>
      </dsp:nvSpPr>
      <dsp:spPr>
        <a:xfrm>
          <a:off x="1121306"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If you are ever suspicious of an email, document, website, or anything else. Contact I.T.</a:t>
          </a:r>
        </a:p>
      </dsp:txBody>
      <dsp:txXfrm>
        <a:off x="1121306" y="2526030"/>
        <a:ext cx="1964358" cy="833364"/>
      </dsp:txXfrm>
    </dsp:sp>
    <dsp:sp modelId="{7BCFEEF3-1673-463F-BE23-D651F83EE9D7}">
      <dsp:nvSpPr>
        <dsp:cNvPr id="0" name=""/>
        <dsp:cNvSpPr/>
      </dsp:nvSpPr>
      <dsp:spPr>
        <a:xfrm>
          <a:off x="3427939" y="2526030"/>
          <a:ext cx="833364" cy="83336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B96339-DD7F-41B8-85C7-29C222803894}">
      <dsp:nvSpPr>
        <dsp:cNvPr id="0" name=""/>
        <dsp:cNvSpPr/>
      </dsp:nvSpPr>
      <dsp:spPr>
        <a:xfrm>
          <a:off x="3602945" y="2701037"/>
          <a:ext cx="483351" cy="483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D5B087-8F76-413B-A2B6-D5ADA543F6A9}">
      <dsp:nvSpPr>
        <dsp:cNvPr id="0" name=""/>
        <dsp:cNvSpPr/>
      </dsp:nvSpPr>
      <dsp:spPr>
        <a:xfrm>
          <a:off x="4439881"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Always use secure passwords and keep them  protected.</a:t>
          </a:r>
        </a:p>
      </dsp:txBody>
      <dsp:txXfrm>
        <a:off x="4439881" y="2526030"/>
        <a:ext cx="1964358" cy="833364"/>
      </dsp:txXfrm>
    </dsp:sp>
    <dsp:sp modelId="{97BFD236-53EE-451B-A48F-EBA1BA329BB2}">
      <dsp:nvSpPr>
        <dsp:cNvPr id="0" name=""/>
        <dsp:cNvSpPr/>
      </dsp:nvSpPr>
      <dsp:spPr>
        <a:xfrm>
          <a:off x="109363" y="4359917"/>
          <a:ext cx="833364" cy="83336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DAEDA8-78AC-4F66-95C7-C8D03E9037E5}">
      <dsp:nvSpPr>
        <dsp:cNvPr id="0" name=""/>
        <dsp:cNvSpPr/>
      </dsp:nvSpPr>
      <dsp:spPr>
        <a:xfrm>
          <a:off x="284370" y="4534924"/>
          <a:ext cx="483351" cy="4833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3DEAF6-6709-4462-AC4A-884A15FE06EF}">
      <dsp:nvSpPr>
        <dsp:cNvPr id="0" name=""/>
        <dsp:cNvSpPr/>
      </dsp:nvSpPr>
      <dsp:spPr>
        <a:xfrm>
          <a:off x="1121306" y="4359917"/>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Don’t ignore physical security even though it is often overlooked.</a:t>
          </a:r>
        </a:p>
      </dsp:txBody>
      <dsp:txXfrm>
        <a:off x="1121306" y="4359917"/>
        <a:ext cx="1964358" cy="833364"/>
      </dsp:txXfrm>
    </dsp:sp>
    <dsp:sp modelId="{B9A56FA4-778B-4054-A0CD-59B03D77DB89}">
      <dsp:nvSpPr>
        <dsp:cNvPr id="0" name=""/>
        <dsp:cNvSpPr/>
      </dsp:nvSpPr>
      <dsp:spPr>
        <a:xfrm>
          <a:off x="3427939" y="4359917"/>
          <a:ext cx="833364" cy="83336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8606EE-3F83-4B2B-9F34-C5B3B7B14B2E}">
      <dsp:nvSpPr>
        <dsp:cNvPr id="0" name=""/>
        <dsp:cNvSpPr/>
      </dsp:nvSpPr>
      <dsp:spPr>
        <a:xfrm>
          <a:off x="3602945" y="4534924"/>
          <a:ext cx="483351" cy="483351"/>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E2F1C0-77EC-4A8C-BFA1-B6738C3EF669}">
      <dsp:nvSpPr>
        <dsp:cNvPr id="0" name=""/>
        <dsp:cNvSpPr/>
      </dsp:nvSpPr>
      <dsp:spPr>
        <a:xfrm>
          <a:off x="4439881" y="4359917"/>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1"/>
              </a:solidFill>
            </a:rPr>
            <a:t>Remember, You are the first line of cyber defense for your company.  </a:t>
          </a:r>
        </a:p>
      </dsp:txBody>
      <dsp:txXfrm>
        <a:off x="4439881" y="4359917"/>
        <a:ext cx="1964358" cy="83336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6-13T18:52:18.680"/>
    </inkml:context>
    <inkml:brush xml:id="br0">
      <inkml:brushProperty name="width" value="0.35" units="cm"/>
      <inkml:brushProperty name="height" value="0.35" units="cm"/>
      <inkml:brushProperty name="ignorePressure" value="1"/>
    </inkml:brush>
  </inkml:definitions>
  <inkml:trace contextRef="#ctx0" brushRef="#br0">3901 1328,'9'1,"1"1,0 0,-1 0,0 1,1 1,-1-1,0 1,5 4,15 5,842 334,-600-227,73 53,-78-36,67 13,-310-140,1-1,0-2,1 0,-1-2,23 3,-34-7,0-1,0-1,0 1,0-2,-1 0,1 0,0-2,-1 1,1-1,-1-1,-1 0,4-3,9-4,28-15,26-19,-65 38,0-1,-1-1,0 0,0-1,-1 0,0-1,-1 0,2-3,-4 0,-1 1,0-1,-1 0,0-1,-1 0,-1 1,-1-1,2-15,-2 3,-2 1,0-1,-2 1,-4-26,4 40,-2 0,0 0,-1 1,0 0,0 0,-2 0,1 0,-1 1,-1 0,0 0,-1 1,-2-3,-3-1,-1 0,0 1,-1 1,0 0,-1 1,0 1,-15-7,-27-9,-1 3,-2 2,0 3,-35-5,56 14,-191-45,-3 11,-1 10,-101 3,319 30,0 0,0 0,0 2,1 0,-1 1,0 1,1 1,0 0,0 1,1 0,-1 2,1 0,1 0,-1 1,-9 9,-558 390,564-396,11-8,1-1,0 1,0 0,1 1,-1 0,1 0,0 0,0 0,1 1,0 0,0 0,3-6,1 1,0 0,0 0,-1-1,1 1,0 0,0 0,0 0,0-1,0 1,0 0,0 0,0-1,1 1,-1 0,0 0,0-1,1 1,-1 0,0-1,1 1,-1 0,0-1,1 1,-1 0,1-1,0 1,-1-1,1 1,-1-1,1 1,0-1,-1 1,1-1,0 0,-1 1,1-1,0 0,34 10,22-2,0-3,1-2,9-2,180-11,-227 9,494-46,-273 22,-64 15,138 12,-92 1,-139-4,0 0,14 4,-79 0,1 1,-1 1,0 0,-1 2,14 6,25 8,74 16,46 4,-42-11,45 19,-90-15,28 16,27 12,-67-31,-2 5,-2 2,21 17,-88-50,0 0,-1 1,1-1,-1 1,0 1,0-1,-1 1,0 0,0 0,-1 1,0-1,2 5,5 15,-1 0,-2 1,0 2,17 52,10 4,1 5,1 16,122 376,-23 22,79 258,-193-701,3-2,3-1,2-1,2-1,3-2,3-1,12 11,25 37,36 69,-91-137,-2 1,-1 1,-2 0,-2 1,-1 1,-2 0,2 14,-2 15,-2 0,-3 1,-3 54,-12-275,-24-116,27 222,-109-626,-111-320,204 900,-2-9,-4 1,-13-22,41 120,0 0,-1 0,1 0,0 0,-1 1,0-1,1 0,-1 1,0-1,-1 0,2 3,1 0,0 0,-1 0,1-1,0 1,-1 0,1 0,0 0,-1 0,1 0,0 0,-1 0,1 0,-1 0,1 0,0 0,-1 0,1 0,0 0,-1 0,1 0,0 0,-1 0,1 1,-1-1,1 0,0 0,0 0,-1 1,1-1,0 0,-1 0,1 1,0-1,0 0,-1 0,1 1,0-1,0 0,0 1,0-1,-1 1,-2 7,0 0,0 1,1 0,0-1,-1 9,-25 168,8 1,8 0,11 148,7-236,4-1,3 0,5-1,5-1,11 24,6 11,-5 1,-7 1,-5 2,-5 0,-3 86,-17-138,-4-1150,9 600,-3-313,0 765,0-1,0 0,0 1,2-1,0 1,3-11,-5 27,0-1,0 1,0 0,0-1,0 1,0-1,0 1,0-1,0 1,1-1,-1 1,0-1,0 1,0-1,0 1,1-1,-1 1,0 0,1-1,-1 1,0-1,0 1,1 0,-1-1,1 1,-1 0,0 0,1-1,-1 1,1 0,-1 0,1-1,-1 1,1 0,-1 0,1 0,-1 0,1 0,-1 0,0 0,1 0,-1 0,1 0,-1 0,1 0,-1 0,1 0,-1 1,1-1,15 22,3 19,-2 1,-1 0,6 32,1 2,44 146,25 164,-63-223,-8 2,0 132,-17 10,-16 58,0-214,-7-1,-7-1,-20 57,40-184,-25 98,-5-3,-26 51,48-148,14-20,-1 0,0-1,1 1,-1-1,1 0,-1 1,1-1,-1 1,1-1,-1 0,1 1,-1-1,1 0,0 0,-1 1,1-1,0 0,0 0,0 0,0 1,-1-1,1 0,0 0,0 0,1 1,-1-1,0-1,-5-86,3 0,4 0,13-74,-10 100,22-170,10 1,48-154,5 63,80-176,-156 460,-9 22,1 0,0 0,1 1,1 0,7-11,-15 26,0 0,1-1,-1 1,0 0,0-1,0 1,0 0,1-1,-1 1,0 0,0-1,1 1,-1 0,0 0,0 0,1-1,-1 1,0 0,1 0,-1 0,0 0,1-1,-1 1,0 0,1 0,-1 0,0 0,1 0,-1 0,0 0,1 0,-1 0,0 0,1 0,-1 0,1 0,-1 0,0 1,1-1,-1 0,0 0,0 0,1 0,-1 1,0-1,1 0,-1 0,0 0,0 1,1-1,-1 0,0 1,0-1,0 0,1 1,-1-1,0 0,0 1,0-1,0 0,0 1,0-1,0 0,0 1,0-1,0 0,0 1,0-1,0 1,5 29,-5-30,3 154,-8 45,0-26,0 13,-10 14,3-102,-4-1,-27 89,-85 231,34-117,-30 184,115-450,6-71,19-751,70-378,-81 1130,-10 76,-113 623,21-146,-202 1006,156-851,138-634,20-80,41-156,19-149,13-210,-51 308,69-475,-97 689,-11 75,-43 211,-10-2,-18 20,-22 93,43-129,11 2,10 2,4 116,26-323,1-27,1-6,1-46,1-935,-1 914,3 0,3 1,14-52,-10 74,1 1,3 0,2 1,1 1,22-34,137-216,-176 290,1 0,0 0,-1 0,2 0,-1 1,0-1,1 1,-1 0,1 0,-3 3,0-1,-1 1,1 0,-1 0,1 0,-1-1,1 1,0 0,-1 0,1 0,-1 0,1 0,0 0,-1 0,1 0,-1 1,1-1,-1 0,1 0,0 0,-1 1,1-1,-1 0,1 1,-1-1,1 0,14 24,-1 17,-1 2,-2-1,2 29,15 138,-26-187,24 289,-14 0,-14 0,-14 0,-13 5,22-276,7-39,0-1,0 0,0 0,0 0,0 0,1 1,-1-1,0 0,0 0,0 0,0 1,0-1,0 0,0 0,-1 0,1 0,0 1,0-1,0 0,0 0,0 0,0 0,0 1,0-1,0 0,0 0,-1 0,1 0,0 1,0-1,0 0,0 0,0 0,-1 0,1 0,0 0,0 0,0 0,0 0,-1 0,1 1,0-1,0 0,0 0,-1 0,1 0,0 0,0 0,0 0,0 0,-1 0,1-1,0 1,0 0,0 0,-1 0,1 0,0 0,0 0,0 0,-7-16,-2-28,-50-373,-1-331,53 315,23-77,-7 208,-9 301,0-1,0 0,0 1,0-1,0 0,1 1,-1-1,0 0,1 1,-1-1,1 0,0 1,-1-1,1 1,0 0,0-1,0 1,0 0,0-1,1 0,-1 2,0 0,0 0,0 0,0 0,0 0,0 0,0 0,0 0,0 1,0-1,0 0,-1 1,1-1,0 0,0 1,0-1,0 1,-1-1,1 1,0 0,-1-1,1 1,0 0,-1-1,1 2,5 5,0 1,0 0,-1 0,0 1,0 0,1 5,23 67,-4 1,12 77,19 173,-51-297,48 379,-17 8,-35-402,0-1,2 1,0-1,4 11,3-14,1-21,4-28,3-32,-3 0,-3-1,2-49,0-207,-18 170,-6 1,-7 0,-6 1,-14-32,-173-588,61 252,116 392,-124-444,95 379,-81-171,91 251,-63-148,89 190,2-1,-11-63,-16-65,22 91,-8-65,35 157,0-1,1 0,0 0,2 0,0-6,-1 19,0 0,1 0,-1 0,1 0,-1 0,1 0,0 0,0 0,0 0,1 1,-1-1,0 0,1 1,0-1,0 1,0-1,0 1,0 0,0 0,1 0,-1 0,1 0,-1 1,1-1,0 1,-1-1,1 1,0 0,0 0,1 0,-1 1,0 0,1 0,-1 0,0 1,1-1,-1 1,0 0,1 0,-1 0,0 0,0 1,0-1,0 1,0 0,0 0,-1 0,1 0,1 2,44 50,-48-54,35 48,-2 1,-2 2,-1 5,77 166,-94-195,32 75,-4 2,-5 1,-4 2,-6 1,7 65,-27-131,9 47,-15-89,0 0,0 0,0-1,1 1,-1 0,0 0,0 0,0-1,0 1,0 0,1 0,-1 0,0 0,0 0,0-1,0 1,1 0,-1 0,0 0,0 0,1 0,-1 0,0 0,0 0,0 0,1 0,-1 0,0 0,0 0,1 0,-1 0,0 0,0 0,0 0,1 0,-1 0,0 0,0 0,0 0,1 0,-1 1,0-1,0 0,0 0,1 0,-1 0,0 0,0 1,0-1,0 0,0 0,1 0,-1 1,0-1,0 0,0 0,0 0,6-24,5-96,-5 0,-8-88,0 128,-1-43,-5-1,-8-9,7 75,-3 0,-2 2,-3-1,-2 2,-13-23,31 75,0 1,0-1,0 1,-1-1,1 1,-1-1,1 1,-1 0,0 0,0 0,0 0,0 0,0 0,0 1,-1-1,2 2,-1 0,1 0,-1 0,1 0,0 0,-1 0,1 0,0 1,-1-1,1 0,0 1,-1-1,1 1,0 0,0-1,-1 1,1 0,0 0,0 0,0 0,0 0,0 0,0 0,0 0,1 0,-1 0,0 0,0 1,1-1,-1 0,-20 33,1 1,1 1,1 2,-35 67,-164 228,183-283,25-37,-1-1,-1 0,0 0,0-2,-3 3,8-8,1-1,-1 0,1 0,-1 0,-1-1,1 0,0 0,-1-1,1 1,-1-1,0-1,-3 1,8-2,-1 0,1-1,-1 1,1-1,-1 1,1-1,-1 0,1 0,0 0,-1 0,1-1,0 1,0 0,0-1,0 0,0 1,0-1,0 0,1 0,-1 0,1 0,-1 0,1-1,0 1,-1-1,-5-12,0 1,1-1,-3-13,4 12,-131-455,95 313,-103-503,110 482,29 154,4 17,0-1,0 1,-1 0,-1 0,1-1,-1 1,-1 1,-3-8,6 14,1 1,-1-1,0 0,0 0,0 1,1-1,-1 1,0-1,0 1,0-1,0 1,0-1,0 1,0 0,0-1,0 1,0 0,0 0,0 0,0 0,0 0,-1 0,1 0,0 0,0 1,0-1,0 0,0 0,0 1,0-1,0 1,-31 19,31-19,-47 41,2 2,2 2,2 2,-28 43,34-45,-257 344,293-388,-1-1,0 1,1-1,-1 0,0 1,0-1,0 0,0 0,0 0,0 1,0-1,-1 0,1-1,0 1,-1 0,1 0,0 0,-1-1,1 1,-1-1,1 1,-1-1,1 0,-1 1,1-1,-1 0,0 0,0-2,1 0,-1 0,1 0,0 0,-1 0,1 0,0 0,0 0,0-1,1 1,-1 0,0-1,1 1,0 0,-1-1,1 1,0-2,-7-83,3-1,7-69,-1 98,1-20,5-19,-4 69,0 1,3 0,0 0,1 1,3-2,-10 26,0 0,0 0,0 1,1-1,-1 0,1 1,0-1,0 1,0-1,0 1,1-1,-2 3,-1-1,0 1,1 0,-1 0,1 0,-1 0,1 0,-1-1,0 1,1 0,-1 0,1 0,-1 0,1 0,-1 0,1 0,-1 0,0 0,1 1,-1-1,1 0,-1 0,1 0,-1 0,0 1,1-1,-1 0,0 0,1 1,-1-1,0 0,1 1,-1-1,0 0,1 1,-1-1,0 0,0 1,1 0,1 3,-1 1,1 0,-1 0,1 1,-1-1,-1 0,1 0,-1 0,0 1,0-1,-1 5,-3 17,-2-1,0 0,-2 0,-1-1,-1 0,-1 0,-13 21,-17 24,-3-3,-5 1,-9 9,-50 52,88-107,-2 0,0-2,-1 0,-1-2,-1-1,0 0,-19 7,40-22,1 0,-1 0,-1 0,1-1,0 1,0-1,0 0,-1 0,1-1,-1 1,1-1,0 0,-1 0,1-1,-1 1,1-1,0 0,-1 0,1 0,0-1,0 1,0-1,0 0,0 0,0-1,0 1,1-1,0 0,-1 0,1 0,0 0,0-1,0 1,1-1,-1 1,1-1,0 0,-1-2,-13-25,1-1,2-1,0 0,3 0,0-2,-9-47,-3-47,16 80,2 0,3 0,2 0,2-1,2 1,11-46,5 3,5 2,4 0,8-10,-23 66,-10 24,0 1,-1-1,0 0,-1 0,0-1,-1 1,0-1,1-10,-3 21,0-1,0 0,-1 1,1-1,0 1,0-1,-1 0,1 1,0-1,-1 1,1-1,0 1,-1-1,1 1,-1-1,1 1,-1-1,1 1,-1 0,1-1,-1 1,1 0,-1 0,0-1,1 1,-1 0,1 0,-1 0,0 0,1-1,-1 1,0 0,1 0,-1 0,0 1,1-1,-1 0,1 0,-1 0,0 0,1 1,-1-1,1 0,-1 0,0 1,1-1,-1 1,-19 7,0 1,1 2,1-1,-1 2,2 1,-15 12,-24 17,-1380 1019,1354-997,14-10,-3-2,-1-4,-8 0,78-46,0-1,0 1,0-1,0 0,-1 0,1 1,-1-2,1 1,-1 0,1 0,-1-1,1 1,-1-1,0 0,1 0,-1 0,1 0,-1-1,1 1,-3-1,4-1,0 1,0-1,0 0,0 0,1 0,-1 0,0 0,1 1,-1-1,1 0,0 0,0-1,0 1,0 0,0 0,0 0,0 0,1 0,-1 0,1 0,-1 0,1 1,0-1,0-2,19-52,3 1,2 1,2 1,2 2,15-19,-10 14,91-131,8 6,55-50,-131 161,-44 55,-1 0,-1 0,-1-1,2-5,-12 21,1-1,-1 1,1-1,-1 1,0-1,1 1,-1-1,0 1,0-1,1 0,-1 1,0-1,0 1,0-1,0 0,1 1,-1-1,0 0,0 1,-1-1,1 0,0 1,0-1,0 0,0 1,0-1,-1 1,1-1,0 0,-1 1,1-1,0 1,-1-1,1 1,-2-1,0 1,0 0,0 0,0 0,0 0,0 0,0 1,-1-1,2 0,-1 1,0 0,0-1,-1 1,-32 13,1 1,0 1,-13 10,12-7,-138 74,-935 478,1045-541,12-4,-1-2,-2-2,0-3,-50 11,102-29,-1 0,1 0,-1-1,1 1,-1-1,0 1,1-1,-1 0,0 0,1 0,-1-1,1 1,-1 0,0-1,1 0,-1 0,1 0,0 0,-1 0,1 0,0 0,-1-1,1 1,0-1,-1-1,2 0,0 0,0 0,0 0,1 0,-1 0,1 0,0 0,0 0,0 0,0 0,0 1,1-1,-1 0,1 0,0 0,0 0,0 0,0 0,1 1,-1-1,1-1,12-20,0 0,2 1,0 0,1 1,2 1,0 1,9-7,18-13,1 2,48-29,-10 15,2 4,55-20,188-67,-209 87,227-89,-312 129,-35 8,-1 0,0 1,0-1,1 0,-1 0,0 1,0-1,0 0,1 0,-1 1,0-1,0 0,0 1,0-1,0 0,0 1,0-1,0 0,1 1,-1-1,0 0,0 1,-1-1,1 0,0 1,0-1,0 0,0 0,0 1,0-1,0 0,0 1,-1-1,1 0,0 1,0-1,0 0,-1 0,1 1,0-1,0 0,-1 0,1 0,0 1,0-1,-1 0,1 0,0 0,-11 12,-1-2,0 1,-11 7,-118 80,-81 39,-168 79,268-150,-884 476,962-517,29-16,-1 0,1 0,-2-1,1-1,-1-1,0-1,-15 3,31-7,1-1,-1 0,0 0,1 0,-1 1,1-1,-1 0,0 0,1 0,-1 0,0 0,1 0,-1 0,1 0,-1-1,0 1,1 0,-1 0,1 0,-1-1,1 1,-1 0,1-1,-1 1,1 0,-1-1,1 1,-1-1,1 1,-1-1,1 1,0-1,-1 1,1-1,0 1,-1-1,1 1,0-1,0 0,0 1,0-1,-1 1,1-1,0 0,0 1,0-1,0 1,0-1,0 0,1 1,-1-1,0 1,0-1,0 0,0 1,1-1,17-36,-17 34,20-29,2 1,0 2,2 0,1 1,1 2,14-9,66-51,17-4,-105 77,165-114,6 8,5 9,5 8,186-66,-377 165,-1 0,1 0,0 0,0 1,1 1,2-1,-11 2,0 0,0 0,0 0,0 0,0 0,0 1,1-1,-1 0,0 0,0 1,0-1,0 1,0-1,0 1,0 0,-1-1,1 1,0 0,0-1,0 1,0 0,0 1,-1 0,1-1,0 1,-1 0,1 0,-1 0,0-1,0 1,0 0,0 0,0 0,0 0,0-1,0 1,-1 0,1 0,-1 1,-4 12,0 0,-1 0,0-1,-1 1,-1-2,0 1,-5 5,-76 92,63-82,-83 89,-5-4,-127 98,-273 174,503-378,-41 30,-2-2,-2-3,-8 2,60-33,-1 0,0 0,0 0,0 0,-1-1,1 0,-5 0,9-1,1 1,-1-1,0 0,0 0,0-1,1 1,-1 0,0 0,0 0,1 0,-1-1,0 1,1 0,-1-1,0 1,1 0,-1-1,0 1,1-1,-1 1,1-1,-1 1,1-1,-1 0,1 1,-1-1,1 1,0-1,-1 0,1-4,0 0,0 1,1-1,-1 1,1-1,0 1,0-1,1 1,-1 0,1-1,0 1,0 0,1 0,-1 0,1 0,40-65,3 1,39-44,118-123,7 17,38-45,-197 195,-43 44,-8 24,-1-1,1 1,0-1,0 1,0 0,0-1,0 1,-1-1,1 1,0 0,0-1,-1 1,1 0,0-1,0 1,-1 0,1 0,0-1,-1 1,1 0,0 0,-1 0,1-1,-1 1,1 0,0 0,-1 0,1 0,-1 0,1 0,0 0,-1 0,-5 0,1 1,-1 0,1 0,-1 0,1 1,-1-1,-3 3,-97 43,2 3,-67 47,58-33,-1012 598,1016-588,105-71,0-1,0 1,1 0,-1 0,1 1,0-1,0 1,0-1,-1 4,4-7,0 1,0-1,0 0,0 1,0-1,0 1,0-1,0 0,0 1,0-1,0 1,0-1,0 0,0 1,0-1,1 0,-1 1,0-1,0 1,0-1,1 0,-1 1,0-1,1 0,-1 0,0 1,1-1,-1 0,0 0,1 1,-1-1,0 0,1 0,-1 0,0 0,1 0,-1 0,1 1,-1-1,0 0,1 0,-1 0,1 0,-1 0,0 0,1-1,-1 1,1 0,-1 0,13-1,0 0,0-1,0-1,0 0,6-3,462-154,-33 10,326-65,-771 214,0 0,0 0,0 1,0-1,0 1,0-1,0 1,0 0,0 0,0 0,0 1,0-1,0 1,0 0,0 0,0 0,1 0,-3 0,-1 0,1-1,0 1,-1 0,1 0,-1 0,1 0,-1-1,0 1,1 0,-1 0,0 0,0 0,1 0,-1 0,0 0,0 0,0 0,0 0,0 0,-10 34,-27 40,-4-1,-2-3,-44 54,8-11,-70 118,-80 118,226-346,-26 31,29-34,-1-1,1 1,0-1,-1 1,1-1,0 0,-1 1,1-1,-1 0,1 1,0-1,-1 0,1 0,-1 1,1-1,-1 0,1 0,-1 0,1 0,-1 0,1 0,-1 1,1-1,-1 0,1 0,-1-1,1 1,-1 0,1 0,-1 0,1 0,-1 0,1-1,-1 1,1 0,-1 0,1-1,-1 1,1 0,0-1,-1 1,1 0,-1-1,1 1,0 0,0-1,-1 1,1-1,0 1,0-1,-1 1,1-1,0 1,0-1,0 1,0-1,0 1,0-1,0 1,0-1,0 1,0-1,0 1,0-1,0 1,0-1,-2-22,1-1,1 1,1 0,1-1,1 1,1 0,1 1,1-1,6-13,17-40,3 2,8-7,-22 42,140-272,-152 294,-17 24,-26 32,32-33,-15 17,-355 375,42-94,330-302,0 1,0 0,0 0,1 0,-1 0,1 0,-1 1,1-1,0 1,-1 2,3-6,0 1,1-1,-1 0,0 0,0 1,0-1,0 0,0 0,1 1,-1-1,0 0,0 0,0 1,1-1,-1 0,0 0,0 0,1 0,-1 1,0-1,0 0,1 0,-1 0,0 0,1 0,-1 0,0 0,1 0,-1 0,0 0,0 0,1 0,-1 0,0 0,1 0,-1 0,0 0,0 0,1 0,-1-1,32-8,87-41,-2-6,71-49,-81 45,1234-646,-1329 700,62-30,2 2,34-7,-82 35,-27 7,-1-1,0 0,0 0,0 0,0 0,1 0,-1 0,0 0,0 1,0-1,0 0,0 0,0 0,0 0,1 0,-1 1,0-1,0 0,0 0,0 0,0 1,0-1,0 0,0 0,0 0,0 0,0 1,0-1,0 0,0 0,0 0,0 1,0-1,0 0,0 0,-1 0,1 0,0 1,0-1,0 0,0 0,0 0,0 0,0 0,-1 1,1-1,0 0,0 0,0 0,0 0,0 0,-1 0,1 0,0 0,0 0,0 0,0 0,-1 0,-43 33,-233 122,-188 73,401-198,-54 26,-6 5,-2-6,-123 36,237-87,1-1,-1-1,1 1,-1-2,0 0,-10 0,21-1,0 0,0 0,0 0,0 0,0 0,0 0,0 0,1 0,-1 0,0 0,0-1,0 1,0 0,0-1,0 1,1 0,-1-1,0 1,0-1,1 0,-1 1,0-1,1 1,-1-1,0 0,1 0,-1 1,1-1,-1 0,1 0,0 0,-1 1,1-1,0 0,-1 0,1 0,0 0,0 0,0 0,0 0,0 0,0 1,0-1,0 0,0 0,1 0,-1 0,0 0,0 0,1 0,-1 1,1-1,-1 0,1 0,-1 1,1-1,-1 0,1 0,5-8,1 1,0 0,0 0,0 0,2 0,40-34,1 1,2 3,15-6,177-96,-212 122,222-113,146-48,276-83,-13 5,-612 240,-46 19,-11 6,-73 51,-99 61,-467 322,28 25,575-427,51-42,23-17,1429-945,-1372 901,-3-4,-3-3,66-74,-139 131,-14 12,-27 20,22-12,-810 488,137-138,-42-19,700-327,-72 31,-2-3,-1-5,-14-1,101-30,-1 0,0-1,0 0,0-2,-13 1,24-1,0 0,0-1,0 1,0 0,0-1,0 1,0-1,0 1,0-1,0 0,1 0,-1 0,0 0,0 0,1 0,-1-1,1 1,-1-1,1 1,-1-1,1 1,0-1,0 0,0 1,0-1,0 0,0 0,0 0,1 0,-1 0,1 0,-1 0,1 0,0 0,0 0,0 0,0 0,1-8,0 0,1 1,0-1,0 1,1 0,0-1,1 1,0 1,0-1,1 1,5-7,15-22,2 2,6-4,51-53,4 4,4 4,28-16,313-217,-133 117,10 13,211-89,-495 264,12-7,2 1,1 2,0 1,6 1,-43 13,1 0,-1 0,0 0,0 1,0 0,1-1,-1 2,0-1,0 0,1 1,-1 0,0 0,0 0,0 0,4 2,-6-1,0 0,0 0,0 0,0 0,0 0,-1 0,1 0,-1 1,1-1,-1 0,0 1,0-1,0 1,0 0,0-1,-1 1,1 0,-1 0,0-1,0 1,0 0,0 0,0-1,0 1,-3 22,0 0,-1-1,-2 1,0-1,-1-1,-2 1,0-1,-9 14,-11 16,-2-1,-2-1,-7 5,-15 12,-2-3,-3-3,-4-2,-1-3,-3-3,-2-3,-21 8,-54 28,-5-7,-2-6,-37 7,140-61,0-2,-2-1,-33 4,80-20,0 0,1 0,-1-1,0 0,0 1,1-1,-1-1,0 1,0 0,0-1,1 0,-1 0,-2-1,5 1,0 1,1 0,-1-1,1 1,-1-1,1 1,-1-1,1 0,-1 1,1-1,-1 1,1-1,0 0,0 1,-1-1,1 0,0 1,0-1,0 0,-1 0,1 1,0-1,0 0,0 0,11-26,22-15,1 1,3 1,1 2,1 2,37-25,-58 46,751-567,-516 398,-158 118,-91 63,-1 0,1 1,0 0,0 0,1 1,-1-1,0 1,0-1,3 1,-7 1,1 0,-1 0,1 0,-1 0,0 0,1 0,-1 0,1 0,-1 0,1 1,-1-1,0 0,1 0,-1 0,1 0,-1 1,0-1,1 0,-1 1,0-1,1 0,-1 0,0 1,1-1,-1 1,0-1,0 0,1 1,-1-1,0 1,0-1,0 0,0 1,0-1,1 1,-1-1,0 1,0-1,0 1,0-1,0 0,0 1,-1 0,0 6,-1 0,-1 0,1 0,-1 0,-1-1,1 1,-1-1,0 0,-2 2,-50 68,-3-3,-62 59,-153 126,119-124,-149 97,215-171,-2-4,-2-5,-3-3,-46 14,138-61,-26 11,0-2,-16 2,41-10,-1-1,1 0,0 0,-1-1,1 1,-1-1,1 0,-1-1,1 1,-1-1,1 0,-1-1,1 1,0-1,0 0,-3-1,7 2,0-1,-1 1,1 0,0-1,-1 1,1 0,0-1,0 0,0 1,0-1,1 1,-1-1,0 0,1 0,-1 1,1-1,-1 0,1 0,0 0,0 0,0 0,0 1,0-1,0 0,1 0,-1 0,1 1,-1-1,1 0,-1 0,1 1,0-1,0 0,0 1,0-1,0 0,6-8,0-1,0 1,1 1,0-1,6-4,50-43,3 2,65-39,-94 67,620-397,24 30,-472 275,-152 86,18-12,65-25,-136 68,1-1,-1 1,1 0,0 1,-1 0,1-1,0 2,1-1,-7 1,1 0,0 0,-1 0,1 0,0 0,-1 1,1-1,0 0,-1 0,1 1,0-1,-1 0,1 1,-1-1,1 0,-1 1,1-1,-1 1,1-1,-1 1,1-1,-1 1,1-1,-1 1,0 0,1 0,-1 1,1 0,-1 0,0-1,0 1,0 0,0 0,0 0,0-1,-1 1,1 0,-1-1,1 1,-1 1,-4 10,-1 1,0-1,0-1,-1 1,-1-1,-5 5,-63 77,61-77,-151 165,-68 50,-201 155,196-191,-8-10,-8-11,204-143,-47 21,55-37,42-16,1 1,-1-1,0 0,1 0,-1 0,1 1,-1-1,0 0,1 0,-1 0,1 0,-1 0,0 0,1 0,-1-1,1 1,-1 0,0 0,1 0,-1-1,1 1,-1 0,1-1,-1 1,1 0,-1-1,1 1,-1 0,1-1,-1 1,2-4,0 0,1 0,-1 1,1-1,-1 1,1-1,0 1,1-1,-1 1,0 0,1 0,0 1,-1-1,1 0,0 1,2-1,51-49,2 3,3 2,51-29,214-113,-288 168,1391-729,-1310 695,-115 53,-1 1,1-1,-1 1,1 0,0 0,0 1,-1-1,1 1,0-1,0 1,0 1,0-1,2 1,-5-1,-1 0,1 1,0-1,0 1,0-1,-1 1,1 0,0-1,-1 1,1 0,0-1,-1 1,1 0,-1 0,1-1,-1 1,0 0,1 0,-1 0,0 0,1 0,-1 0,0 0,0-1,0 1,0 0,0 0,0 0,0 0,0 0,0 0,-1 0,-1 9,-1 0,-1 0,1 0,-2-1,0 0,0 1,0-1,-4 3,-46 64,-3-2,-4-3,-37 33,-224 187,151-150,-110 64,176-136,-3-5,-3-4,-59 19,149-70,-1 0,-22 4,42-12,1-1,-1 1,1-1,0 1,-1-1,1 0,-1 0,1 0,-1 0,1-1,-1 1,1-1,-1 1,1-1,-2 0,3 0,1 0,-1 0,1 0,-1 0,1 0,-1 0,1 0,0 0,-1 0,1-1,0 1,0 0,0 0,0 0,0 0,0 0,0 0,0 0,0-1,1 1,-1 0,0 0,1 0,-1 0,1 0,-1 0,1 0,0 0,-1 0,1 1,0-1,-1 0,2 0,14-21,1 2,0 0,2 1,1 1,0 1,1 0,7-2,-25 16,154-110,6 7,3 6,22 0,530-236,-593 280,-38 17,213-88,-286 121,0 2,0 0,0 0,1 1,4 0,-19 3,1 0,0 0,-1 0,1-1,0 1,0 0,-1 0,1 0,0 0,0 0,-1 0,1 0,0 1,-1-1,1 0,0 0,-1 0,1 1,0-1,-1 0,1 1,0-1,-1 1,1-1,-1 1,1-1,-1 1,1-1,-1 1,1-1,-1 1,1-1,-1 1,0 0,1-1,-1 1,0 0,0-1,0 1,1 0,-1 0,0-1,0 1,0 0,0 0,0-1,0 1,0 0,-1-1,1 2,-2 5,-1 1,0-1,0 0,-1 0,0 0,0 0,0-1,-1 0,-3 4,-61 62,48-51,-152 142,-88 59,-205 137,275-215,-409 300,576-426,-72 55,76-53,21-20,-1 0,0 0,0 1,0-1,0 0,0 0,0 0,1 1,-1-1,0 0,0 0,0 0,0 0,1 0,-1 1,0-1,0 0,0 0,1 0,-1 0,0 0,0 0,0 0,1 0,-1 0,0 0,0 0,1 0,-1 0,0 0,0 0,0 0,1 0,-1 0,0 0,0 0,0 0,1 0,-1-1,0 1,0 0,0 0,1 0,-1 0,0 0,0-1,0 1,0 0,1 0,52-24,-52 24,1211-600,-524 243,-580 303,-77 44,-31 10,0 0,0 0,0 0,1 0,-1 0,0 0,0 0,0 0,0 0,1 0,-1 0,0 0,0 0,0 0,0 0,0 0,1 0,-1 1,0-1,0 0,0 0,0 0,0 0,0 0,1 0,-1 1,0-1,0 0,0 0,0 0,0 0,0 0,0 1,0-1,0 0,0 0,0 0,0 0,0 1,0-1,0 0,0 0,0 0,0 0,0 1,0-1,0 0,0 0,0 0,0 0,0 0,-1 1,1-1,0 0,0 0,0 0,0 0,0 0,0 0,0 1,-1-1,1 0,0 0,0 0,0 0,0 0,-1 0,-42 41,-59 35,-2-5,-54 25,-175 95,-1415 655,1411-700,89-46,199-83,0-1,-14 1,58-16,0 1,0-2,0 1,0 0,0-1,0 0,0 0,0-1,0 1,1-1,-1 0,-4-1,8 1,0 0,-1 1,1-1,0 0,0 0,0 0,0 0,0 0,0 0,0 0,0 0,1 0,-1 0,0 0,1-1,-1 1,1 0,-1 0,1-1,-1 1,1 0,0-1,0 1,0-1,0 1,0 0,0-2,2-7,1 0,0 0,0 0,1 0,0 1,1 0,0 0,1 0,0 0,0 1,36-49,2 3,2 1,3 3,42-34,34-18,80-48,-3 19,6 9,159-66,38 10,12 15,97-12,-471 163,0 2,18-1,-55 10,-1 0,1 0,-1 1,1 0,-1 0,1 1,-1-1,0 1,1 0,-1 1,5 1,-9-2,1 0,-1 0,1 0,-1 1,0-1,0 1,0-1,1 1,-2-1,1 1,0-1,0 1,0 0,-1 0,1-1,-1 1,1 0,-1 0,0 0,0 0,0-1,0 1,0 0,0 0,0 0,-1 0,1-1,0 1,-1 0,0 0,1-1,-1 1,-1 1,-11 28,-2-1,0 0,-3-1,0-1,-2-1,-16 18,9-10,-105 128,-6-6,-48 34,-321 280,151-146,335-305,0 0,1 2,1 0,-6 11,24-31,0-1,0 1,0 0,0 0,0 0,0 0,1 0,-1 0,1 0,-1 0,1 0,0 0,0 0,0 0,0 0,0 1,0-2,1 0,-1 0,1 0,-1 0,1 0,0 0,-1 0,1-1,0 1,0 0,0 0,0-1,0 1,-1 0,1-1,0 1,1-1,-1 1,0-1,0 1,0-1,0 0,0 0,0 0,1 1,16 0,0-1,0-1,-1 0,1-1,0-1,0-1,2-1,251-71,114-54,1548-583,-1867 687,-38 14,2 1,-1 1,28-4,-41 13,-16 5,-18 10,-2-6,-1 0,0-1,0-1,0-1,0-1,-4 0,-139 10,87-9,-337 19,399-24,-53-1,64 1,0-1,-1 0,1 0,-1 0,1 0,0-1,0 1,0-1,0 0,0 0,0-1,-1 0,4 2,-1-1,1 1,0 0,0-1,0 1,0-1,0 1,0-1,0 0,1 1,-1-1,0 0,1 1,-1-1,1 0,0 0,0 0,0 1,0-1,0 0,0 0,0 0,0 0,1 0,17-45,19-17,3 1,45-54,1-2,-67 92,90-139,-89 131,-1 0,-2-1,10-31,-27 57,-11 13,-20 23,-332 338,146-143,167-171,-437 464,473-496,21-21,26-28,298-327,-155 161,134-113,-296 297,2 0,-1 1,2 1,0 0,5-2,-19 12,1-1,0 0,-1 1,1 0,0 0,0 0,0 0,0 1,0 0,0-1,0 1,0 1,2-1,-4 1,1 0,-1 0,0 0,1 0,-1 0,0 0,0 1,0-1,0 1,0 0,0-1,0 1,0 0,-1 0,1 0,-1 0,1 1,-1-1,0 0,0 1,0-1,0 1,3 9,0 1,-1-1,-1 0,0 1,0-1,-1 1,-1 0,0 0,-1-1,-1 1,0 1,-3 13,-1 0,-1-1,-2 0,-9 21,-2-5,-2-1,-2-1,-1-1,-13 13,-121 138,134-163,22-25,5-6,35-43,436-543,-373 474,37-29,-132 140,1 0,-1 0,1 1,0 0,0 0,1 0,-6 3,-1 1,1 0,-1-1,1 1,-1 0,0 0,1 0,0 0,-1 0,1-1,-1 1,1 0,-1 0,1 0,-1 0,1 0,-1 0,1 1,-1-1,1 0,-1 0,1 0,-1 0,1 1,-1-1,1 0,-1 0,0 1,1-1,-1 0,1 1,-1-1,1 2,-1 0,1 0,-1-1,0 1,1 0,-1 0,0 0,0 0,0 0,-1 0,1 0,0 0,-1-1,1 1,-1 1,-8 27,-2-1,-1 0,-1-1,-2 0,-9 12,14-22,-262 416,133-221,-68 144,220-393,-1-1,-3 0,1-9,8-30,-9 42,28-123,-33 133,-1-1,-1 0,0 1,-2-1,-2-8,1 28,0 1,0 0,-1 0,1 0,-1 0,0 0,0 0,0 0,-1 0,1 1,-1-1,0 1,0 0,0 0,0 0,-1 0,1 1,-1-1,0 1,0 0,-15-9,-1 1,0 2,-14-5,1 0,29 11,1 0,-1 1,1 0,-1 0,0 0,0 0,1 0,-1 1,0-1,0 1,0 0,0 0,0 1,1-1,-1 1,0 0,-3 1,4-1,0 1,1 0,-1 0,1 0,-1 1,1-1,0 1,0-1,0 1,0-1,0 1,1 0,-1 0,1 0,0 0,0 0,0 0,0 1,1-1,-1 0,1 3,-3 12,2-1,0 1,1 0,1 0,1 0,0-1,1 1,1-1,1 1,3 5,13 31,2-2,17 28,-23-47,15 28,3-1,2-1,27 29,-44-63,1 0,2-2,0 0,1-2,1 0,1-2,1-1,22 11,-42-25,0 0,0-1,0 0,0 0,0-1,0 0,1 0,-1 0,1-1,0 0,-1-1,1 0,-1 0,1-1,0 1,-1-2,1 1,-1-1,1 0,-1-1,0 0,0 0,0 0,-1-1,1 0,-1 0,1-1,16-13,0 2,0 1,2 0,0 2,0 1,1 1,1 1,0 1,5 0,244-37,-271 45,-1 0,0 0,1 0,-1-1,0 1,0-1,0 0,0 0,0-1,0 1,-1-1,1 0,-1 0,1 0,-1 0,0 0,-1-1,1 1,0-1,-1 0,0 0,0 0,0 0,0 0,-1-1,0 1,0 0,0-1,0 1,-1-1,1 1,-1-1,0 0,-1-8,-1 1,0 0,0 0,-1 0,-1 0,0 0,-1 1,0-1,0 1,-2 0,-5-8,-7-7,-1 1,-2 1,0 1,-2 1,0 1,-26-17,-41-23,-42-18,-13-9,58 24,4-3,2-3,-7-15,-23-18,-9 0,49 40,91 78,-1 1,-1 0,0 1,-1 1,-1 1,76 106,-54-73,216 339,-149-220,8-4,57 58,69 37,-130-150,-6 5,78 117,-170-223,-10-20,-14-29,-55-117,-59-95,60 123,-497-843,151 277,261 396,130 250,11 25,13 30,15 36,111 226,-13-29,-1 28,91 316,124 603,-155-328,-170-838,2-1,0-1,3 5,-6-17,1 0,1-1,-1 1,1-1,0 0,1 0,0 0,0-1,5 5,-9-10,0 1,1-1,0 0,-1 0,1 0,0 0,0-1,-1 1,1 0,0-1,0 1,0-1,0 0,0 1,0-1,-1 0,1 0,0 0,0-1,0 1,0 0,0-1,0 1,0-1,-1 0,1 1,0-1,0 0,-1 0,1 0,-1-1,1 1,-1 0,9-7,-1 0,0 0,0-1,6-10,-13 18,57-75,-3-3,11-25,97-179,-122 208,-33 60,247-473,-218 406,-5-2,-3-1,-4-1,-3-1,-3-9,-13 24,-9 52,-3 15,3 7,0 0,0-1,0 1,0 0,0 1,1-1,-1 0,1 0,0 1,-1-1,1 3,-77 167,8 4,-10 60,67-198,-71 218,10 4,13 2,-27 262,-44 334,139-882,0 1,1 0,10-19,3-8,123-287,66-173,-142 314,-9-3,21-139,-58 216,-6-1,-5-1,-5-1,-5 1,-7-10,-3 68,5 56,0 18,-1 21,2 1,0 0,3 24,-1-10,-94 1468,75-1243,3-28,-47 227,23-237,26-299,0-259,15-85,1 308,53-1047,-31 792,-21 319,-1 36,-1 7,-3 58,-87 777,61-595,-31 254,-83 863,142-1359,-47 604,22-390,-45 167,-11-66,-77 180,154-483,1 2,-2-1,0 1,-1-1,-6 10,13-24,0 1,0-1,0 1,0-1,0 0,0 1,-1-1,1 0,0 1,0-1,-1 1,1-1,0 0,0 0,-1 1,1-1,0 0,-1 1,1-1,0 0,-1 0,1 0,0 1,-1-1,1 0,-1 0,1 0,0 0,-1 0,1 0,-1 0,1 0,-1 0,1 0,0 0,-1 0,1 0,-1 0,1 0,0 0,-1 0,1 0,-1-1,1 1,0 0,-1-1,-6-22,3-8,2-1,2 1,0-1,2 1,3-10,32-167,-26 152,169-759,4-24,-117 433,-4-143,0-410,-47 527,-18 405,-2 22,-14 43,-444 1432,345-1040,-47 363,116-465,15 2,11 261,33-81,-8-494,5-23,10-35,-15 33,81-221,-11-3,-9-3,15-143,-28 42,-15-2,-12-103,-14 66,18-394,-8 507,52-237,-49 402,-31 147,-2 0,-2-1,-2 0,-18 39,3-2,-68 202,-231 731,-546 2163,843-3060,-129 445,147-534,11-33,2-7,11-53,138-413,-10 40,361-1606,-436 1720,-14-2,-15-2,-7-223,-27 504,1 31,-2 0,1 1,-2-1,0 0,0 0,-1 1,0-1,-2-4,0 13,-1 14,-8 35,3 1,2 1,0 14,-5 30,-23 140,-238 1454,53-337,197-1208,-19 97,-8 216,53-430,6-31,13-42,-18 41,128-403,-48 140,88-236,71-105,-217 556,180-432,-151 341,-6-3,6-56,-50 197,-3 22,-2 39,1-42,-3 137,-12 212,8-290,-4 0,-2-1,-3 0,-7 13,-29 62,-68 129,-87 130,125-246,49-94,-84 153,106-195,-2-1,0-1,-4 3,16-19,0-1,-1 1,1-1,0 1,-1-1,1 0,-1 1,0-1,1 0,-1 0,0 0,0 0,0-1,0 1,1 0,-1-1,0 1,0-1,0 0,-1 0,2 0,-1 0,1-1,0 1,-1-1,1 0,0 1,-1-1,1 0,0 0,0 0,-1 0,1 0,0 0,0 0,0 0,0 0,0 0,1-1,-1 1,0-1,-5-10,2 0,-1 0,2 0,-1-1,0-9,3 16,-64-343,9-64,39 237,8-1,8 0,7 0,8 0,37-172,42-93,80-204,-142 552,3 1,43-79,-49 120,2 1,2 1,2 2,2 2,23-22,18-16,57-81,-101 118,-2-2,-2 0,-2-2,14-39,48-121,43-113,-122 298,77-237,-69 200,-3-1,-3 0,-1-18,-10 78,1-12,0 0,-1 0,-1 0,0 0,-1 0,-1 1,0-1,-4-8,6 23,-1 0,1 0,-1 0,0 0,1 1,-1-1,0 0,0 0,0 1,0-1,0 0,1 1,-1-1,0 1,0 0,0-1,-1 1,1 0,0-1,0 1,0 0,0 0,0 0,0 0,0 0,0 0,0 0,0 0,0 1,0-1,-1 0,1 1,0-1,0 0,0 1,1-1,-1 1,0 0,0-1,0 1,0 0,0-1,0 2,-43 37,38-34,-44 48,3 1,3 3,2 1,2 2,3 2,3 1,-17 46,-29 89,-50 196,50-94,12 4,14 2,13 2,13 1,14 49,15-179,8-1,12 39,69 347,-49-316,-11 1,-5 114,-16-246,-4-76,-2 0,-1 0,-3 0,-2 11,-7-12,10-40,0 1,0-1,0 1,0 0,0-1,-1 1,1-1,0 1,0-1,-1 1,1-1,0 1,-1-1,1 1,0-1,-1 1,1-1,-1 1,1-1,-1 0,1 1,-1-1,1 0,-1 1,1-1,-1 0,1 0,-1 1,1-1,-1 0,0 0,1 0,-1 0,1 0,-1 0,0 0,1 0,-1 0,1 0,-1 0,0-1,1 1,-1 0,1 0,-1 0,1-1,-1 1,1 0,-1-1,1 1,-1 0,1-1,-1 1,1-1,-1 1,1-1,0 1,-1-1,1 1,0-1,0 1,-1-1,1 1,0-1,-8-14,1 1,0-2,1 1,1 0,0-1,1 0,0-7,0 8,-167-859,40-14,121 818,-83-696,76 542,10 1,14-102,16 69,12 1,12-6,126-498,-142 628,72-360,-30 131,-63 324,1 0,2 1,1 1,-2 6,-1-1,-1 0,-2-1,2-12,-7 17,-3 17,1 1,0-1,1 0,-1 0,2 1,-1-1,1 1,1-3,-4 10,0 0,0 0,0 0,0 0,1 0,-1-1,0 1,0 0,0 0,0 0,0 0,1 0,-1 0,0 0,0 0,0 0,0 0,1 0,-1 0,0 0,0 0,0 0,0 0,1 0,-1 0,0 0,0 0,0 0,1 0,-1 0,0 0,0 0,0 0,0 0,0 0,1 0,-1 0,0 1,0-1,0 0,0 0,0 0,0 0,1 0,-1 1,0-1,0 0,0 0,0 0,0 0,0 1,0-1,0 0,0 0,0 0,0 0,0 1,0-1,0 0,0 0,0 0,0 0,0 1,0-1,0 0,0 0,0 0,3 17,-1 33,-2 1,-2 0,-2-1,-3 0,-7 26,2-2,-154 1114,114-651,20 123,58 384,-25-1014,1-1,0 18,-2-1,-2 5,1-38,0 0,-1 0,-1 0,0-1,-1 1,-1-1,1 0,-2 0,-3 6,9-17,-1-1,1 1,0 0,-1-1,1 1,-1 0,1-1,-1 1,1-1,-1 1,1-1,-1 1,1-1,-1 1,0-1,1 1,-1-1,0 0,1 1,-1-1,0 0,0 0,0 0,-8-10,2-31,7-7,3 1,1 0,8-28,36-146,-38 180,26-111,60-272,-64 254,2-92,10-483,-32-39,-11 761,0 16,-1 0,1 0,-1 0,0-1,-1 1,0 0,0 0,-1 0,0 0,-1-3,2 11,0-1,0 1,0 0,0-1,1 1,-1 0,0 0,0-1,0 1,1 0,-1 0,0 0,1 0,-1 0,1 0,-1 0,1 0,-1 0,1 0,0 0,-1 1,1-1,0 0,0 1,-42 124,-16 87,25-86,-344 1456,155-337,51-270,36-155,57-330,-8-42,71-389,11-52,1-17,4-26,23-123,8 1,16-36,-15 62,116-540,-19-63,-64 217,-3-394,-66 194,-10 526,-8 2,-36-139,52 301,-60-295,54 249,3 0,3 0,4-21,-3 145,-1-1,-9 30,-262 1082,194-853,-232 1087,-144 595,405-1797,-96 407,160-646,2 0,2 1,14-25,-4 6,-21 51,360-938,-33-18,75-474,-327 1087,-15-2,-16-4,-13-43,-32 360,0 2,-2 0,-1-1,-3-7,-2 35,-2 18,-14 54,-37 156,-54 180,-264 608,169-474,-72 272,228-622,8 2,8 1,-4 111,8 208,28-477,2-16,0 0,0 0,0 0,1 0,-1 0,2 0,-1 0,1 0,-1 0,2 0,-1 0,1 0,0 0,4-7,3-14,33-73,20-67,-2 4,414-874,-259 576,-173 359,25-52,33-46,-93 175,1 0,0 1,1 1,0-1,1 1,4-2,-14 12,1 0,0 0,0 0,0 0,0 0,0 0,0 1,0-1,0 1,0-1,0 1,1-1,-1 1,0-1,0 1,1 0,-1 0,0 0,0-1,1 1,-1 0,0 1,0-1,1 0,-1 0,0 0,0 1,0-1,1 1,-1-1,0 1,0-1,0 1,0 0,0 0,0-1,0 1,0 0,0 0,0 0,-1 0,1 0,0 0,-1 0,1 0,0 0,-1 1,4 7,0 0,-1 0,0 0,-1 1,1 8,-2-16,11 90,-3 0,-4 0,-7 64,2-54,-57 1621,56-1714,-3 40,-1 0,-4 7,9-54,-1-1,1 1,0-1,0 1,-1-1,1 1,-1-1,1 0,-1 1,0-1,1 0,-1 0,0 1,0-1,0 0,-1 1,1-3,1 1,-1-1,0 1,0-1,1 1,-1-1,0 0,1 1,-1-1,0 0,1 0,-1 1,1-1,-1 0,1 0,0 0,-1 0,1 1,0-1,0 0,-1 0,1 0,0 0,0 0,0 0,-10-45,1 1,3-1,-1-40,1 6,-38-557,29-24,35-634,-17 1230,-1 38,-1-1,-1 1,-1-1,-4-13,0 32,-2 19,-7 30,3-1,1 2,1 6,-9 35,-239 1257,184-769,12 223,39 398,23-1215,1 0,1 0,2-2,2-21,89-453,-45 262,16-89,70-370,-97 438,2-182,-40 402,-2 37,0 4,-1 21,-17 317,-43 220,22-325,-10-1,-65 177,109-395,-9 28,-2-1,-1 0,-6 6,21-45,1-1,-1 0,-1 0,1 0,0 0,-1 0,1 0,-1-1,0 1,0-1,0 0,2-1,-1 0,1-1,-1 1,1 0,-1-1,1 1,-1-1,0 0,1 1,-1-1,0 0,1 0,-1 0,0 0,1-1,-1 1,-1-1,-2-1,0 0,0-1,0 0,1 0,-1 0,1 0,-1-1,1 0,0 0,1 0,-1 0,-1-4,-26-32,3-1,2-2,1 0,2-2,3 0,1-2,2 0,2-4,-2-18,2 0,4 0,3-2,3 1,4-28,4-23,6-1,21-92,64-222,-60 299,113-404,-135 513,-12 28,0 0,0 0,0 0,0-1,0 1,0 0,0 0,0 0,0 0,0-1,0 1,0 0,1 0,-1 0,0 0,0-1,0 1,0 0,0 0,0 0,1 0,-1 0,0 0,0 0,0 0,0-1,1 1,-1 0,0 0,0 0,0 0,1 0,-1 0,0 0,0 0,0 0,1 0,-1 0,0 0,0 0,0 0,0 1,1-1,-1 0,0 0,0 0,0 0,0 0,1 0,-1 0,0 0,0 1,0-1,8 47,-5 541,-8-345,4 263,-5 300,2-728,-2-52,1-58,-5-515,11 441,8-173,12 1,37-160,19 31,64-168,363-1138,-301 1141,-118 364,81-135,-85 204,33-35,-49 79,-4-3,-4-3,8-30,-32 59,-14 36,-3-1,-1-1,-1 0,-3-1,-1 0,-1-1,-9 37,1-1,-1 1,1-1,-1 0,0 1,0-1,-1 1,1-1,-1 1,0-1,0 1,0-1,0 1,0-1,-1 1,0 0,1 0,-1 0,0 0,-1 0,1 0,0 1,-1-1,0 1,1 0,-1-1,0 1,0 0,0 1,-2-2,-2 1,-1 0,1 0,-1 0,1 1,-1 1,0-1,1 1,-1 0,0 1,1 0,-1 0,1 0,-1 1,-2 1,-15 6,0 0,1 2,0 1,1 0,0 2,1 1,1 0,-8 8,-26 27,2 1,-19 28,-16 25,6 2,-39 70,5 14,-12 44,52-82,7 4,7 2,7 3,-12 75,40-120,5 1,5 1,6 1,4 0,6 0,12 92,-10-194,-1-12,0 0,0 0,0 0,1 0,0 0,0-1,0 1,1 0,-1 0,1 0,0-1,1 1,1 2,-3-7,-1 1,1-1,-1 0,1 0,0 0,-1 0,1 0,-1 0,1-1,0 1,-1 0,1 0,-1 0,1-1,-1 1,1 0,-1 0,1-1,-1 1,1 0,-1-1,1 1,-1-1,1 1,-1-1,0 1,1 0,-1-1,0 1,1-1,-1 0,0 1,0-1,0 1,1-1,25-41,-1-1,-2-1,8-26,6-9,109-218,189-411,-249 502,-9-4,21-110,-84 271,-3-1,-2 0,-2 0,0-31,-21 134,-198 740,31-128,135-480,-18 160,58-248,6-94,0 0,0 0,0 1,1-1,-1 0,1 0,0 0,0 0,0 0,0 0,0 0,2 2,-3-4,0-1,1 0,-1 1,1-1,-1 0,1 1,-1-1,1 0,-1 0,1 1,-1-1,1 0,-1 0,1 0,-1 0,1 0,0 0,-1 0,1 0,-1 0,1 0,-1 0,1 0,-1 0,1 0,21-13,-1-9,0 0,-2-2,-1 0,15-24,-11 15,170-250,15-55,-151 235,-3-3,-6-1,-4-3,-5-1,5-40,-35 118,-1 0,-2 0,-1-1,-1 0,-3 0,0 0,-3-12,3 44,0 1,0-1,-1 0,1 1,0-1,0 1,-1-1,1 1,-1 0,0-1,1 1,-1-1,0 1,0 0,0-1,0 1,0 0,0 0,0 0,0 0,0 1,0-1,0 1,0 0,1 0,-1 0,0 1,0-1,0 0,0 0,1 0,-1 0,0 1,0-1,1 0,-1 1,0-1,0 1,1-1,-1 1,0-1,1 1,-1 0,1-1,-1 1,0 0,-5 7,-1 1,1 0,1 0,-1 0,0 3,-57 133,-17 63,27-64,49-134,0 0,-1 0,0 0,-7 9,12-19,0 1,0-1,-1 0,1 1,0-1,-1 1,1-1,0 0,-1 1,1-1,0 0,-1 1,1-1,-1 0,1 1,-1-1,1 0,-1 0,1 0,-1 0,1 1,0-1,-1 0,1 0,-1 0,0 0,1 0,-1 0,1 0,-1 0,1 0,-1 0,1-1,0 1,-1 0,0-2,0 0,-1 1,1-1,0 0,1 0,-1 0,0 0,1-1,-1 1,1 0,-1 0,1 0,0 0,0-2,-6-114,5-1,5 1,7-14,2-72,-11 155,3-39,-5-1,-5-27,2 88,0 0,-3 1,0-1,-1 1,-2 1,-1-1,-1 2,-1-1,-6-7,16 29,-1-1,0 1,1 0,-1 1,-1-1,1 0,0 1,-1 0,-4-3,6 5,0 0,0 0,0 0,0 1,0-1,0 1,0 0,0-1,0 1,0 0,0 0,0 0,-1 0,1 1,0-1,0 1,0-1,0 1,0 0,0 0,0-1,0 1,1 1,-3 0,-12 10,0 1,1 0,1 1,0 1,1 0,0 0,1 2,-7 13,-59 91,5 3,5 3,-28 81,31-45,7 3,-28 135,66-217,3 2,3 0,0 63,14-145,0 0,0 0,0 0,0 0,1 0,-1 0,1 0,0-1,1 3,-1-5,-1-1,0 1,0-1,0 1,1-1,-1 0,0 1,1-1,-1 0,0 1,1-1,-1 0,0 0,1 1,-1-1,1 0,-1 0,0 0,1 1,-1-1,1 0,-1 0,1 0,-1 0,1 0,-1 0,1 0,-1 0,1 0,-1 0,0 0,1 0,-1 0,1-1,-1 1,1 0,-1 0,0 0,1-1,5-3,-1-1,1 0,-1 0,0 0,-1-1,1 0,-1 0,2-4,141-234,-11-6,-12-5,-10-6,14-77,-12-13,-89 252,-5-1,5-61,-23 125,-8 77,-25 169,-44 152,-75 208,93-367,-127 430,176-617,3-4,-1 1,-1-1,0 0,0 0,-1 0,-1-1,-6 9,13-20,-1 1,1 0,-1 0,1-1,-1 1,0 0,1-1,-1 1,0-1,1 1,-1-1,0 1,0-1,1 1,-1-1,0 0,0 0,0 1,0-1,1 0,-1 0,0 0,0 0,0 0,0 0,0 0,0 0,0 0,1 0,-1 0,0-1,0 1,0 0,0-1,1 1,-1-1,0 1,-23-32,-5-23,2-1,3-2,-9-35,-50-194,10-4,14-3,12-2,13-3,14 0,13-99,9 371,-1 66,-44 693,18-432,5-36,-43 906,66-1095,5-57,3-22,12-32,-22 35,104-225,-12 24,236-396,-7 15,-254 444,-6-3,-7-2,6-43,-48 143,-1 0,-3-1,-1 0,0-32,-26 155,-17 66,-7-2,-27 56,-126 279,148-367,-225 517,257-593,-17 35,29-64,0 0,0 0,-1 0,1-1,-1 1,0-1,0 0,0 0,-1-1,-2 2,6-4,0-1,1 1,-1-1,0 1,-1-1,1 0,0 0,0 1,0-1,0 0,0 0,0 0,0 0,0 0,0 0,0 0,0-1,0 1,0 0,0 0,0-1,0 1,0-1,0 1,0-1,0 1,0-1,0 0,0 1,1-1,-1 0,0 0,1 0,-2 0,-20-38,19 33,-47-119,5-3,-28-130,66 232,-43-174,10-2,8-1,9-2,7-65,15 190,4 0,4 0,3 0,17-65,-25 138,14-46,-16 53,1-1,-1 1,0-1,1 0,-1 1,0-1,1 1,-1-1,1 1,-1-1,1 1,-1-1,1 1,-1-1,1 1,-1 0,1-1,0 1,-1 0,1 0,0-1,-1 1,1 0,0 0,0 0,0 0,0 1,0 0,0-1,0 1,1 0,-1-1,0 1,-1 0,1 0,0 0,0 0,0 0,0 0,-1 0,1 0,-1 1,1-1,-1 0,1 1,11 28,-2 0,-1 1,-1 0,-2 0,-1 1,-2 0,-1 5,3 10,77 1067,-57-2,-24-1017,-1-93,0 0,-1-1,1 1,0 0,0-1,0 1,0 0,1-1,-1 1,0 0,1-1,-1 1,1-1,-1 1,1-1,0 1,0-1,0 1,0-1,1-2,-1-1,1 0,0 0,-1 0,1 0,-1 0,0 0,0-1,0 1,0 0,0-1,0 0,90-214,62-140,21-10,188-426,-349 762,-8 22,-1 0,0-1,0 1,-1-1,0 0,0 0,-1 0,-1-1,1-7,-8 12,-6 12,-5 10,1 2,0 0,1 0,1 1,-8 16,4-7,-251 402,-34 114,162-287,81-143,18-34,-42 59,84-137,-1-1,0 1,0-1,0 1,0-1,-1 0,1 1,0-1,-1 0,1 0,0 0,-1 0,1 0,-1 0,0 0,-1 0,3-1,-1 0,1 0,-1 0,1-1,-1 1,0 0,1 0,-1-1,1 1,-1 0,1-1,-1 1,1 0,0-1,-1 1,1-1,-1 1,1-1,0 1,-1-1,1 1,0-1,0 1,-1-1,1 1,0-1,0 1,0-1,0 0,-1 1,-4-60,5 56,19-712,-7 561,7 1,7 1,6 2,7 1,6 2,34-69,-67 187,2 0,0 1,2 0,1 1,3-2,-18 27,0 1,0-1,1 1,-1-1,0 1,1 0,0 0,-1 0,1 0,0 0,0 0,0 1,0 0,0-1,0 1,0 0,1 1,-2 0,1 0,-1 0,1 0,-1 0,0 1,1-1,-1 1,0-1,0 1,1 0,-1 0,0 0,0 0,0 1,0-1,0 0,0 1,1 1,4 5,0 1,0 0,0 0,-1 1,-1 0,0 0,0 0,-1 1,1 4,11 36,-2 0,-3 1,-2 1,0 30,6 220,-14-243,1 4,4 209,-14 41,8-304,-1-1,-1 1,1 0,-2 0,0 1,3-10,0-1,0 1,0-1,0 1,0 0,0-1,0 1,-1-1,1 1,0-1,0 1,-1-1,1 1,0-1,0 1,-1-1,1 1,-1-1,1 0,0 1,-1-1,1 0,-1 1,1-1,-1 0,1 1,-1-1,1 0,-1 0,1 0,-1 1,1-1,-1 0,0 0,1 0,-1 0,1 0,-1 0,1 0,-1 0,1 0,-1-1,0 1,1 0,-1 0,1 0,-1 0,1-1,-1 1,1 0,-1-1,-17-23,5 0,1-1,1-1,2 1,0-2,-3-20,-22-140,30 161,-13-129,7-1,6-6,-10-171,4 268,3 45,-2 16,7 6,0-1,0 1,1 0,-1 0,1 0,-1 0,1 1,-1-1,1 0,0 0,0 1,0-1,1 1,-1 1,-27 87,4 1,5 1,-8 92,22-147,-56 544,52-384,16 186,-5-344,-2-29,0 1,0-1,2 1,-1-1,1 1,1-1,0 0,1 0,1 2,0-10,-1-13,2-22,-1-1,-2 0,-1 0,-2 0,-2-2,2-33,-11-1159,-10 919,12 242,-2 2,-3-1,-16-41,28 98,-16-32,18 39,-1 0,1 1,-1-1,0 0,1 1,-1-1,0 1,1-1,-1 1,0-1,0 1,0 0,1-1,-1 1,0 0,0 0,0-1,0 1,1 0,-1 0,0 0,0 0,0 0,0 0,0 0,0 0,1 1,-1-1,0 0,0 0,0 1,0-1,1 1,-1-1,0 0,1 1,-1 0,0-1,1 1,-1-1,0 1,1 0,-1-1,0 2,-10 10,0 2,1-1,0 1,1 1,1 0,-3 6,-8 15,-210 369,-225 415,316-553,105-215,21-44,8-18,6-26,8-9,1 0,2 1,12-23,62-137,-41 102,44-106,294-686,-372 864,1-2,1 0,2 1,8-12,-13 29,-7 15,-9 24,-5-1,-2-1,-1 0,-1-1,0-1,-2 0,-17 18,-30 29,-26 17,15-21,-3-3,-2-4,-3-3,-36 16,102-61,0 0,-1-1,1-1,-2 0,-15 3,32-9,0-1,0 0,0 0,0 1,0-1,1 0,-1 0,0 0,0 0,0 0,0 0,0 0,0 0,1 0,-1 0,0-1,0 1,0 0,0-1,1 1,-1 0,0-1,0 1,1-1,-1 1,0-1,0 0,1 0,0-1,0 1,0-1,0 1,0 0,0-1,0 1,0-1,1 1,-1 0,1-1,-1 1,1 0,-1-1,1 1,0 0,-1 0,2-1,15-24,2 1,0 1,2 1,0 1,8-6,24-25,35-38,-5-3,-4-4,28-50,-87 116,-20 32,0-1,0 1,1 0,-1-1,0 1,0 0,0 0,1-1,-1 1,0 0,0-1,0 1,0 0,0-1,0 1,0 0,0-1,0 1,0-1,0 1,0 0,0-1,0 1,0 0,0-1,0 1,0 0,0-1,-1 1,1 0,0-1,0 1,0 0,0-1,-1 1,1 0,0 0,0-1,-1 1,1 0,0 0,-1 0,1-1,0 1,-1 0,1 0,0 0,-1 0,1 0,0 0,-1 0,1 0,0-1,-1 1,1 0,0 1,-1-1,-22 5,22-5,-112 40,-18 15,2-2,-10 1,-2-7,-2-6,-54 6,149-38,64-10,82-16,48-16,-2-7,-1-6,-3-6,76-42,-205 89,34-19,-43 23,0 0,0 0,-1 0,1-1,-1 1,1 0,-1-1,1 1,-1-1,1 0,-1 1,0-1,0 0,0 0,0 1,0-1,-1 0,1-1,-1 2,0 0,0 0,-1 1,1-1,0 0,-1 1,1-1,-1 1,1-1,-1 1,1-1,-1 1,1-1,-1 1,1-1,-1 1,0-1,1 1,-1 0,0-1,1 1,-1 0,0 0,1 0,-1-1,0 1,0 0,1 0,-1 0,0 0,0 0,1 0,-1 0,0 1,-22-1,0 1,1 1,0 2,-1 0,-7 3,-4 0,-299 67,-101 20,284-68,-137 5,260-29,-10 1,0-2,1-1,-5-3,33 3,0-1,0 0,1 0,-1-1,0 0,1-1,0 0,-1 0,1 0,1-1,-1 0,0 0,1 0,0-1,0 0,0-1,0 0,5 5,0 0,0-1,0 1,0-1,0 1,0-1,1 0,-1 1,1-1,-1 0,1 1,-1-1,1 0,0 0,0 1,0-1,0 0,0 0,0 1,1-1,-1 0,0 0,1 1,-1-1,1 0,0 1,0-1,0 0,2-3,1 0,0 0,1 0,-1 0,1 1,0 0,4-3,25-18,2 2,1 1,0 2,3 1,166-68,-83 38,-103 40,229-103,-185 74,-63 38,-1 0,1 0,-1-1,1 1,-1 0,1 0,-1-1,1 1,-1-1,1 1,-1 0,0-1,1 1,-1-1,1 1,-1-1,0 1,0-1,1 1,-1-1,0 1,0-1,1 1,-1-1,0 0,0 1,0-1,0 1,0-1,0 0,0 1,0-1,0 1,0-1,0 1,-1-1,1 0,0 1,0-1,-1 1,1-1,0 1,-1-1,1 1,0-1,-1 1,1-1,0 1,-1 0,1-1,-1 1,1 0,-1-1,1 1,-1 0,1 0,-1-1,0 1,1 0,-1 0,1 0,-1 0,1 0,-1 0,0 0,1 0,-1 0,-51-5,-37 8,0 3,-86 18,-179 49,-96 51,301-79,105-33,0-1,0-3,0-1,-1-3,0-1,-42-3,87 0,0 0,0-1,0 1,0 0,0 0,0 0,0 0,0-1,0 1,0 0,0 0,0 0,0 0,0-1,0 1,0 0,0 0,0 0,0 0,0-1,0 1,0 0,0 0,0 0,0 0,0-1,0 1,-1 0,1 0,0 0,0 0,0 0,36-9,-31 8,336-74,559-140,-798 180,-86 24,-15 11,-1 0,0-1,0 1,0 0,0 0,0-1,0 1,0 0,0 0,0 0,-1-1,1 1,0 0,0 0,0 0,0-1,0 1,0 0,0 0,0 0,-1-1,1 1,0 0,0 0,0 0,0 0,-1-1,1 1,0 0,0 0,0 0,-1 0,1 0,0 0,0 0,0 0,-1 0,1 0,0 0,0-1,-1 1,1 0,0 1,0-1,0 0,-1 0,1 0,0 0,-25-2,0 1,-1 1,1 2,0 0,0 2,-1 1,-32 3,-1168 179,991-149,185-28,-1-3,0-2,0-3,0-1,-1-3,-15-3,-4-4,0 4,-1 3,0 4,-39 6,-279 49,374-55,-315 72,223-48,70-19,0-2,-1-2,0-1,-29-3,-12 1,646-7,-29 2,-68-16,238-50,-636 59,-45 5,-47 6,-149 26,-91 28,-173 58,235-58,174-47,-91 25,-11 9,90-27,1 3,0 0,1 3,1 1,-11 9,-155 126,197-153,0 0,0 0,1 1,-1-1,1 1,-1 0,1-1,0 1,-1 2,3-4,0-1,0 0,0 0,-1 1,1-1,0 0,0 1,0-1,0 0,0 0,0 1,0-1,0 0,0 0,0 1,1-1,-1 0,0 1,0-1,0 0,0 0,0 1,0-1,1 0,-1 0,0 0,0 1,0-1,0 0,1 0,-1 0,0 0,0 1,1-1,-1 0,0 0,0 0,1 0,-1 0,0 0,27 0,18-9,0-3,28-11,-16 4,331-100,803-275,-1140 376,-35 13,0 0,1-1,-2-1,1 0,-1-1,0-1,-1-1,11-8,-25 17,1 1,-1 0,1-1,-1 1,0 0,1-1,-1 1,0-1,0 1,1 0,-1-1,0 1,0-1,0 1,1-1,-1 1,0-1,0 1,0-1,0 1,0-1,0 1,0-1,0 1,0-1,0 1,0-1,-1 1,1-1,0 1,0-1,0 1,-1-1,1 1,0 0,0-1,-1 1,1-1,0 1,-1 0,1-1,-1 1,1 0,0-1,-1 1,1 0,-1 0,1 0,-1-1,1 1,-1 0,1 0,-1 0,1 0,-1 0,1 0,-1 0,1 0,-1 0,1 0,-1 0,1 0,-29-5,0 1,-1 1,1 2,-1 0,-21 4,17-2,-225 15,2 12,1 10,2 12,-56 26,217-48,-69 33,159-60,0 0,1 0,-1-1,0 1,1-1,-1 1,0-1,1 0,-1 0,0 0,1-1,-1 1,0-1,1 1,-1-1,0 0,1 0,-1 0,1 0,-1-1,-31-7,23 9,-1 0,1 1,0 0,-1 1,1 1,0 0,1 0,-3 2,-87 39,66-28,15-5,0 0,0 2,-14 11,14-9,-2 0,-18 9,33-21,0 0,0 0,1 1,-1 0,1 0,0 1,0 0,0 0,1 0,0 0,0 1,0-1,0 1,1 0,-1 2,-1 7,0 0,2 1,-1-1,2 1,-1 9,-2 14,3-30,0-1,-1 1,0-1,0 1,-1-1,0 0,0 0,-1 0,0-1,-1 1,1-1,-2 0,-16 17,-1-2,-21 16,-8 7,26-20,2 0,-22 29,40-45,0 1,1-1,0 2,0-1,1 0,1 1,0 0,1 0,0 1,0-1,0 4,-28 207,9-127,15-68,0 0,2 0,1 0,0 21,7 78,6 19,-1-56,-4 1,-4 0,-6 28,-1-58,-3 0,-2-1,-3 0,-2-1,-14 29,-36 111,15-81,26-63,3 2,-7 24,25-51,6-20,5-17,3-15,-1 0,-1-1,-1 0,0 0,-1-14,10-127,-14 136,7-544,-9 350,2 209,2 12,4 26,12 110,-5 2,-6 20,-5 277,-3-270,0-126,-2 75,5-1,5 1,21 102,-10-121,4-1,4-1,4-1,34 66,-29-82,7 15,3-2,54 74,-89-146,0 0,-1 1,0 0,-1 1,-1 0,-1 0,0 1,-2 0,0 0,-1 0,1 7,28 169,-18-120,-3 0,-3 1,-2 22,-5-67,2 0,2 0,0 0,2-1,1 1,7 11,21 76,-25-68,6 27,10 16,-21-70,1-1,1 0,1-1,1 0,1 0,7 8,-11-20,0 0,0-1,0 0,1 0,0-1,0 0,1 0,-1-1,1 0,8 2,23 8,1-2,3-2,-13-2,101 26,105 30,-80-25,-26-9,-65-13,1-3,1-3,0-3,55 0,-112-8,1 0,-1 0,0 1,0 1,0 0,-1 1,1 0,-1 0,0 1,0 1,0 0,-1 1,0 0,0 0,-1 1,9 8,-3-2,51 43,26 15,-67-54,0-2,1-1,1-1,1-1,21 6,0-4,1-2,0-2,1-3,-1-1,2-3,-1-3,34-1,1-5,-1-3,19-7,-81 11,1 1,-1 1,0 0,1 2,-1 1,14 3,-32-4,0 1,-1 0,1 0,0 0,-1 1,1-1,-1 1,1 0,-1 1,0-1,0 1,0 0,0 0,0 0,-1 0,1 1,-1-1,0 1,0 0,0 0,-1 0,1 0,-1 1,0-1,0 0,-1 1,1 0,-1-1,0 1,0 0,-1 0,1 0,-1-1,0 5,-3 17,-2 0,0-1,-1 1,-2-1,0-1,-2 0,-3 5,-9 26,-53 137,74-188,-1 0,1 1,0-1,0 0,0 1,0-1,1 1,0-1,0 1,0-1,1 5,0-8,-1 1,1 0,0-1,0 1,0-1,0 0,0 1,0-1,1 0,-1 0,0 1,1-1,-1 0,1 0,-1 0,1-1,-1 1,1 0,0-1,-1 1,1-1,0 1,-1-1,1 0,0 0,0 1,-1-1,1-1,0 1,0 0,-1 0,2-1,25-3,-1-1,0-1,0-2,0 0,-1-2,0-1,-1-1,7-6,22-7,645-331,-41 20,-635 325,-13 5,1 1,0-1,0 2,1 0,-1 0,1 1,0 0,0 1,0 0,2 1,-13 1,1 0,-1 0,0 0,0 0,0 1,0-1,1 0,-1 1,0-1,0 0,0 1,0 0,0-1,0 1,0-1,0 1,0 0,0 0,-1 0,1-1,0 1,0 0,-1 0,1 0,0 0,-1 0,1 0,-1 1,1-1,-1 0,0 0,0 0,1 0,-1 0,0 1,0-1,0 0,0 0,0 0,0 1,-1-1,1 0,0 0,-1 0,1 0,-1 1,-1 5,-1 1,0 0,0-1,-1 0,0 0,-1 2,-18 22,0-1,-2-1,-2-1,0-2,-2 0,0-2,-18 10,15-15,-1-1,-1-1,-1-2,-7 1,-68 32,85-35,15-7,-1-1,0 0,0 0,-1-1,-7 2,18-5,0-1,0 0,0 0,0 1,0-1,0 0,0 0,0 0,0 0,0 0,1 0,-1 0,0-1,0 1,0 0,0 0,0-1,0 1,0-1,0 1,1-1,-1 1,0-1,0 1,1-1,-1 0,0 1,1-1,-1 0,0-2,0 1,1 0,-1-1,1 1,-1-1,1 1,0-1,0 1,0 0,1-1,-1 1,1-1,-1 1,13-52,2 0,2 1,3 2,11-22,7-18,100-269,34-178,-101 268,-12-3,3-114,-10-197,-50 543,1-93,-4 122,0 0,0 1,-1-1,0 0,-1 1,-1 0,0-1,-4-8,7 19,1 0,-1-1,1 1,-1 0,0 0,0 0,1-1,-1 1,0 0,0 0,0 0,0 1,0-1,0 0,0 0,0 0,0 1,-1-1,1 1,0-1,0 1,-1-1,1 1,0 0,-1-1,1 1,0 0,-1 0,1 0,0 0,-1 0,1 1,0-1,-1 0,1 0,0 1,-1-1,1 1,0-1,0 1,0 0,0 0,-1-1,1 1,0 0,0 0,0 0,0 1,-7 6,0 0,0 1,1 1,0-1,-3 6,-27 48,3 2,3 2,2 0,-6 31,-79 292,111-382,-129 552,0 0,79-388,-8-2,-7-3,-7-3,-31 39,95-182,1-2,-1 1,0-2,-2 1,-6 6,18-24,1-1,0 1,0-1,0 1,-1-1,1 1,0-1,-1 1,1-1,0 1,-1-1,1 0,-1 1,1-1,-1 0,1 1,-1-1,1 0,-1 1,1-1,-1 0,1 0,-1 0,1 0,-1 1,0-1,1 0,-1 0,1 0,-1 0,1 0,-1 0,1-1,-1 1,0 0,1 0,-1 0,1 0,-1-1,1 1,-1 0,-6-28,5-2,1-1,2 1,0-1,6-23,30-128,23-47,66-154,109-221,-195 505,548-1310,-515 1248,-71 154,2 1,-1 0,1 0,0 0,0 0,0 1,1 0,2-3,-6 8,-1 0,0-1,1 1,-1 0,0 0,1 0,-1 0,0-1,1 1,-1 0,0 0,1 0,-1 0,1 0,-1 0,0 0,1 0,-1 0,0 0,1 0,-1 1,0-1,1 0,-1 0,0 0,1 0,-1 0,0 1,1-1,-1 0,0 0,1 1,-1-1,0 0,0 0,0 1,1-1,-1 0,0 1,0-1,0 0,1 1,5 34,-7 28,-2 1,-4-1,-5 17,8-47,-53 294,-13-3,-82 217,-255 621,7-20,579-1771,-115 355,6-118,-35 92,-6-233,-30 433,-4 72,5 28,0-1,0 1,0 0,0 0,0-1,0 1,0 0,0 0,0-1,-1 1,1 0,0 0,0-1,0 1,0 0,-1 0,1 0,0 0,0-1,-1 1,1 0,0 0,0 0,0 0,-1 0,1 0,0 0,0-1,-1 1,1 0,0 0,-1 0,1 0,0 0,0 0,-1 0,1 0,0 0,0 1,-1-1,1 0,0 0,-4 3,1 1,0-1,0 1,0 0,1 0,0 0,-1 0,1 1,0-1,-52 113,0 13,24-56,-77 188,-353 886,254-575,21 29,38-8,138-552,18-83,65-282,2 33,40-96,50-98,54-111,45-109,34-85,384-1088,-108-25,-477 1479,-62 251,4-104,-37 222,-14 97,-36 161,-9-1,-16 18,-162 397,215-570,-443 1070,59-148,34 11,289-723,43-128,-6-1,-47 94,89-220,0-1,0 1,-1 0,1 0,-1-1,1 1,-1-1,0 0,0 1,0-1,0 0,-1 0,0 1,3-4,-1 1,0 0,1 0,-1 0,1 0,-1-1,1 1,-1 0,1-1,-1 1,1 0,-1-1,1 1,-1 0,1-1,0 1,-1-1,1 1,0-1,-1 1,1-1,0 1,0-1,-1 1,1-1,0 0,0 1,0-1,0 1,0-1,0 0,0 1,0-1,0 1,0-1,0 0,-1-17,1 0,0 0,1 0,2-2,14-86,6 2,19-50,48-156,42-108,41-104,1075-3286,-1111 3368,-39 102,-5-39,-81 330,-18 88,-26 112,-19 44,-45 123,-40 98,-42 90,-354 857,-40-3,236-569,175-401,-1 40,-24 151,137-436,36-123,7-24,3-19,4-11,1-1,2 1,1 0,1 0,2 1,3-6,-9 26,67-213,44-101,50-122,56-124,59-113,45-91,458-1168,-494 1139,65-373,-239 693,-51 151,-52 261,0-40,-13 66,3 44,0 0,0 0,0-1,-1 1,1 0,0 0,0 0,0-1,0 1,-1 0,1 0,0 0,0-1,0 1,-1 0,1 0,0 0,0 0,-1 0,1 0,0-1,0 1,-1 0,1 0,0 0,0 0,-1 0,1 0,0 0,0 0,-1 0,1 0,0 0,-1 0,1 1,0-1,0 0,-1 0,1 0,0 0,0 0,0 0,-1 1,1-1,0 0,0 0,0 0,-1 0,1 1,0-1,0 0,0 0,0 1,0-1,-1 0,1 0,0 1,0-1,-7 11,1 0,0 1,1-1,-2 8,-252 672,-54 101,-413 1116,418-959,42 12,42 11,41 18,85-239,78-502,13 247,7-493,5 42,-5-45,1 0,-1 0,0 0,0 1,0-1,0 0,0 0,0 0,0 1,0-1,0 0,1 0,-1 0,0 0,0 0,0 1,0-1,0 0,1 0,-1 0,0 0,0 0,0 0,1 0,-1 0,0 0,0 0,0 0,1 0,-1 0,0 0,0 0,0 0,1 0,-1 0,0 0,0 0,0 0,1 0,-1 0,0 0,0 0,0 0,0 0,1 0,-1 0,0-1,0 1,0 0,0 0,0 0,1 0,14-25,9-38,-2 0,-4-1,0-9,-4 18,63-253,22-106,24-113,25-104,175-709,68-286,-42 13,-243 1032,-38 137,-35 138,-29 242,-3-53,-1 112,0 1,0 0,0 0,0-1,-1 1,0 0,0 0,0-1,0 1,-1 0,1 0,-1 1,0-1,-2-3,3 7,1 0,-1 0,1 0,-1 0,0 0,1 0,-1 0,1 0,-1 0,1 0,-1 0,1 0,-1 0,0 0,1 0,-1 0,1 1,-1-1,1 0,-1 0,1 1,-1-1,1 0,0 1,-1-1,1 0,-1 1,1-1,0 1,-1-1,1 1,0-1,-22 38,-37 120,-28 114,-33 111,-31 97,-241 746,-176 565,249-617,210-659,0 162,-26 545,116-1039,-50 565,37-4,32-727,-1-2,1 1,0-1,1 0,0 0,2 0,-1 0,2 0,0 0,1 0,-5-15,0 1,0-1,1 1,-1-1,0 1,0-1,1 1,-1-1,0 1,1-1,-1 1,0-1,1 0,-1 1,1-1,-1 0,1 1,-1-1,1 0,-1 1,1-1,-1 0,1 0,-1 0,1 1,-1-1,1 0,-1 0,1 0,-1 0,1 0,0 0,-1 0,1 0,-1 0,1-1,-1 1,1 0,-1 0,1 0,-1 0,1-1,-1 1,1 0,-1-1,1 1,-1 0,1-1,-1 1,0-1,1 1,-1 0,9-12,-1 0,0-1,-1 0,0 0,-1 0,0-1,-1 0,-1 0,1-8,12-30,334-1031,94-600,-281 888,37-438,-46-93,-15-1246,-139 2017,-13 146,9 346,2-7,-4-1,-3 1,-17-66,24 134,1-1,-1 1,1-1,-1 1,0 0,0 0,0 0,0-1,-1 1,1 0,-1 0,-1-1,3 3,0 0,-1 0,1-1,-1 1,1 0,0 0,-1 0,1 0,-1 0,1 0,-1 0,1 0,0 0,-1 0,1 0,-1 0,1 1,-1-1,1 0,0 0,-1 0,1 0,-1 1,1-1,0 0,-1 0,1 1,0-1,-1 0,1 1,0-1,0 0,-1 1,1-1,0 1,0-1,0 1,-6 8,2 1,0 0,0 0,-2 10,3-11,-89 285,-49 152,-14-14,-47 98,-37 92,200-521,-589 1592,386-957,-29 255,154-421,81-345,10 1,10 1,10 0,9 0,11 1,13 24,107 576,-100-638,-30-165,-4-17,1 0,0-1,0 1,1-1,0 1,0-1,1 0,0 0,0 0,1 0,3 5,-6-12,-1 1,1-1,-1 0,1 1,0-1,-1 0,1 1,0-1,0 0,-1 0,1 0,0 0,-1 0,1 0,0 0,0 0,-1 0,1 0,0 0,-1 0,1-1,0 1,-1 0,1 0,0-1,-1 1,1-1,-1 1,1 0,0-1,-1 1,1-1,-1 1,1-1,-1 0,0 1,1-1,-1 1,1-1,15-18,-1-1,-1 0,-1-1,-1 0,0-1,-2-1,11-18,655-1346,-420 798,13-102,128-469,184-944,-436 1448,-50 157,-47 172,-45 297,0 1,-2-1,-1 0,-2-11,2 40,-1 0,1 0,0-1,0 1,0 0,0 0,-1 0,1 0,-1 0,1 0,-1 0,1 0,-1 0,1 0,-1 0,0 0,0 0,1 1,-1-1,0 0,0 0,0 1,0 0,0 0,0 0,0 0,0 0,0 1,0-1,1 0,-1 1,0-1,0 0,0 1,0 0,1-1,-1 1,0-1,0 1,1 0,-1-1,0 1,1 0,-1 0,1-1,-1 1,1 0,-13 21,0 1,2 0,1 1,-1 4,-71 198,-22 89,-698 2119,363-1054,-43 451,386-1378,71-303,-5 153,29-287,-1 36,1-51,1 1,0 0,0 0,0 0,0 0,1 0,-1 0,1 0,-1-1,1 1,-1 0,1 0,0 0,0-1,0 1,0 0,0-1,0-1,0 0,1-1,-1 0,0 1,0-1,0 0,0 1,0-1,0 0,-1 0,1 0,0 0,0 0,-1 0,1 0,0 0,-1 0,1 0,-1 0,1 0,-1 0,0-1,1 1,-1 0,68-149,-27 56,72-156,48-106,39-116,132-382,-28-43,-138 325,-24-7,-14-76,-76 297,-33 134,-18 213,-1 1,0-1,0 1,-1 0,-1-1,-2-9,4 19,0 1,0 0,-1 0,1-1,0 1,0 0,0 0,-1 0,1-1,0 1,0 0,-1 0,1 0,0 0,0 0,-1-1,1 1,0 0,-1 0,1 0,0 0,0 0,-1 0,1 0,0 0,-1 0,1 0,0 0,0 0,-1 0,1 0,0 0,-1 1,1-1,0 0,0 0,-1 0,1 0,0 0,0 1,-1-1,1 0,0 0,0 0,0 1,-1-1,1 0,0 0,0 1,0-1,0 0,0 0,-1 1,1-1,0 0,0 1,-22 43,-36 127,-28 110,-31 107,-47 152,-320 1087,70 20,303-1138,-61 295,166-774,-5 39,12-66,4-10,8-23,-1-1,5-21,-1 2,43-127,163-511,-140 400,10-124,-85 377,-1 7,-1-1,-1 0,-1-1,-2-3,-4 27,-6 20,-17 52,3 1,1 11,-6 15,-71 235,-530 2007,549-2029,-30 119,81-330,17-74,11-21,1 0,0 0,0 0,0 0,-1 0,1 0,0 1,0-1,-1 0,1 0,0 0,0 0,-1 0,1 0,0 0,0 0,-1 0,1 0,0 0,0-1,0 1,-1 0,1 0,0 0,0 0,-1 0,1 0,0 0,0-1,0 1,-1 0,1 0,0 0,0 0,0-1,0 1,0 0,-1 0,1-1,0 1,0 0,0 0,0-1,-9-40,1-63,4-1,5-12,18-225,-13 238,157-1537,-20 272,-49-510,-84-2,-20 1464,1 325,9 92,0-1,0 0,-1 1,1-1,0 0,0 1,0-1,-1 1,1-1,0 0,-1 1,1-1,0 1,-1-1,1 1,-1-1,1 1,-1-1,1 1,-1 0,1-1,-1 1,1 0,-1-1,-13 12,4 9,0 0,0 0,-5 20,-58 182,-33 136,-31 132,-30 125,-201 987,236-843,23 106,76-450,17 332,12-631,-6 0,-4-1,-6-1,-9 17,21-87,10-37,4-13,10-21,-2 0,0-1,3-13,14-30,78-158,68-130,70-150,65-160,51-147,14-116,-3-113,17-240,-149 331,38-472,-190 821,-41 180,-27 170,-18 164,-5 84,0 11,-3 44,-20 434,-19-58,-49 134,-58 122,-56 94,-495 1374,324-1042,30 15,254-776,20-15,98-562,-24 226,293-2039,-167 1319,374-1754,-141 742,-309 1469,-39 179,-20 103,-11 44,-49 162,-44 146,-48 142,-47 132,-38 113,-5 8,-410 1281,71 11,495-1659,89-355,20-81,-9 27,143-408,-6 38,67-131,74-133,60-104,553-1289,-534 1117,27-232,-239 618,-62 167,-50 169,-36 165,-5 35,-2 9,-38 119,-46 174,-55 183,-65 189,-63 181,-47 136,-434 1480,465-1363,-3 290,197-785,48-183,39-308,5 30,1-127,1 0,1 0,1 0,1 0,3 8,-7-28,1 1,-1 0,1-1,0 1,0 0,0-1,0 1,0-1,0 0,0 1,0-1,1 0,-1 1,2 0,-3-2,1 0,0 1,0-1,-1 0,1 0,0 0,0 0,0 0,0 1,-1-2,1 1,0 0,0 0,0 0,0 0,-1 0,1-1,0 1,0 0,-1-1,1 1,0-1,0 1,-1 0,1-1,6-6,0 0,0-1,0 1,-1-2,-1 1,1 0,-1-1,1-5,60-119,16-59,-35 80,110-259,38-108,22-99,10-96,-15-51,-32-7,-11-129,-60 128,-28 87,-23 105,-21 106,-16 109,-13 208,3-102,-13 210,-5 34,-110 450,-10 23,-48 171,-40 145,-297 1262,117 16,334-1616,38-273,6 105,17-296,0 1,0-1,1 0,1 0,-1 0,2 2,-3-13,0 0,0 0,1 1,-1-1,0 0,0 0,0 1,0-1,0 0,0 0,0 0,0 0,0 1,1-1,-1 0,0 0,0 0,0 0,0 1,1-1,-1 0,0 0,0 0,0 0,0 0,1 0,-1 0,0 0,0 0,1 1,-1-1,0 0,0 0,0 0,1 0,-1 0,0 0,0 0,0-1,1 1,-1 0,0 0,0 0,1 0,-1 0,0 0,0 0,0 0,1-1,9-16,13-39,10-47,-4 12,213-559,-67 189,430-1267,-474 1326,30-200,-121 412,-8-2,-9 0,-8-2,-8-68,-9 186,-7-30,9 95,-1 1,-1 0,0 0,0 1,-1-1,0 0,-1 1,-3-7,6 16,1-1,0 1,-1-1,1 1,0-1,-1 1,1 0,-1-1,1 1,0 0,-1-1,1 1,-1 0,1-1,-1 1,1 0,-1 0,1 0,-1 0,1-1,-1 1,0 0,1 0,-1 0,1 0,-1 0,1 0,-1 1,1-1,-1 0,1 0,-1 0,1 0,-1 1,0-1,-1 2,0 0,0 0,-1 0,1 0,1 0,-1 0,0 1,0-1,1 1,-1 1,-19 41,2 0,-3 17,-79 231,-46 151,-49 140,-37 114,-472 1525,472-1370,-67 565,234-973,40-215,6 72,18-256,1-34,0 0,0 0,1 0,1 0,0 0,1 0,0 0,0 0,4 9,1-16,0-15,1-11,-1-1,-1 0,-1 0,-1 0,0 0,-2-1,3-18,199-1227,-94 706,26-108,202-1219,-125-13,-184 1296,-31 110,-23 120,14 279,-16-62,23 141,0 0,-1 0,-1 1,-1-1,0 1,-10-15,17 31,-1-1,0 1,1-1,-1 1,0 0,0 0,0-1,0 1,0 0,0 0,0 0,0 0,0 0,-1 0,1 0,0 0,-1 1,1-1,-1 1,1-1,-1 1,1-1,-1 1,1 0,-1-1,1 1,-1 0,1 0,-1 0,1 0,-1 1,1-1,-1 0,1 1,-1-1,1 1,-1-1,1 1,-1 0,1-1,0 1,0 0,-1 0,1 0,-8 10,0 1,0 0,2 0,-1 0,2 1,-1 0,2 1,-2 6,-86 245,-31 166,-29 166,-30 133,-256 1265,123 15,264-1502,27-153,22-263,4 18,6-59,-7-51,0 1,0-1,0 0,0 0,1 1,-1-1,0 0,0 0,0 1,0-1,0 0,0 0,1 1,-1-1,0 0,0 0,0 0,1 1,-1-1,0 0,0 0,0 0,1 0,-1 1,0-1,1 0,-1 0,0 0,0 0,1 0,-1 0,0 0,0 0,1 0,-1 0,0 0,1 0,-1 0,0 0,0 0,1 0,-1 0,0 0,0 0,1-1,-1 1,0 0,0 0,1 0,-1 0,0 0,0-1,1 1,-1 0,0 0,0-1,0 1,0 0,1 0,-1-1,6-10,0-1,-1 0,0-1,-1 1,1-5,54-186,32-114,37-112,39-113,36-100,-19 58,809-2656,-823 2614,-49 119,-45 124,-41 125,-32 234,-2 0,-1-1,0 1,-5-22,5 44,0 0,-1 0,1 0,-1 0,0 0,1 0,-1 0,0 0,0 0,0 0,-1 1,1-1,0 0,-1 1,2 0,-1 1,0 0,1-1,-1 1,0 0,1-1,-1 1,0 0,0 0,1 0,-1 0,0 0,1 0,-1 0,0 0,0 0,1 0,-1 0,0 0,0 1,1-1,-1 0,0 0,1 1,-1-1,0 0,1 1,-1-1,1 1,-1-1,-8 9,1 0,1 0,-1 1,1 0,1 0,0 1,0 0,-2 7,-38 84,-3 24,-82 247,-45 155,-41 139,-27 105,-267 983,311-947,9 165,143-659,20-168,18-129,2-32,-1-39,3-1,1 1,4-25,-2 4,-11-1418,48 886,28 3,25 3,27 4,119-338,-126 582,-98 325,37-116,38-77,-81 213,1 0,0 1,0 0,0 0,1 0,1-1,-6 7,0 1,0 0,1 0,-1 0,0-1,0 1,0 0,1 0,-1 0,0 0,0-1,1 1,-1 0,0 0,0 0,1 0,-1 0,0 0,0 0,1 0,-1 0,0 0,1 0,-1 0,0 0,0 0,1 0,-1 0,0 0,0 0,1 0,-1 1,0-1,0 0,1 0,-1 0,0 0,0 0,0 1,1-1,-1 0,0 0,0 0,0 1,0-1,1 0,-1 0,0 1,0-1,0 0,5 35,-7 72,-5-1,-12 56,18-156,-52 363,-28 144,-30 122,-19 108,-237 1502,102 14,239-1871,5 18,15-358,6-48,-1 0,1 0,0 0,0 0,0-1,0 1,0 0,0 0,0 0,0 0,0 0,0 0,0 0,-1 0,1 0,0 0,0 0,0 0,0 0,0 0,0 0,0 0,0 0,0 0,0 0,-1 0,1 0,0 0,0 0,0 1,0-1,0 0,0 0,0 0,0 0,0 0,0 0,0 0,0 0,0 0,0 0,-1 0,1 0,0 0,0 1,0-1,0 0,0 0,0 0,0 0,0 0,-3-24,-24-1138,39 721,20 1,44-174,205-853,-253 1340,116-577,-127 586,-17 90,0 28,-1 0,1 0,0-1,0 1,-1 0,1 0,0 0,0 0,-1 0,1 0,0 0,0 0,-1 0,1 0,0 0,0 0,-1 1,1-1,0 0,0 0,-1 0,1 0,0 0,0 0,0 1,-1-1,1 0,0 0,0 0,0 0,-1 1,1-1,0 0,0 0,0 1,0-1,0 0,0 0,0 0,0 1,-1-1,1 0,0 0,0 1,0-1,0 0,-23 53,-131 368,67-173,-56 142,-354 1025,284-729,15 72,166-617,6 1,4 22,20-151,1 1,1 0,0 0,2 8,-2-22,0 0,0 0,0 1,0-1,0 0,0 0,0 0,0 1,0-1,0 0,0 0,0 1,0-1,0 0,0 0,0 0,0 1,1-1,-1 0,0 0,0 0,0 1,0-1,0 0,1 0,-1 0,0 0,0 0,0 1,1-1,-1 0,0 0,0 0,0 0,1 0,-1 0,0 0,0 0,1 0,-1 0,0 0,0 0,1 0,9-13,13-36,-2 0,8-33,-8 25,219-593,147-413,-42-11,-74 26,-189 645,14-256,-82 506,-7-8,-10 112,-2 56,-4 28,-61 363,-3-29,-36 102,-381 1192,-5 15,365-1097,75-323,82-428,185-844,267-708,-193 653,-212 725,-15-3,-10-51,-38 276,-5-1,-5 0,-5 0,-17-92,19 201,0-1,-1 1,-1 0,0 0,-6-12,10 26,0-1,-1 0,1 1,0-1,0 0,-1 1,1-1,-1 0,1 1,0-1,-1 1,1-1,-1 1,0-1,1 1,-1-1,1 1,-1-1,0 1,1 0,-1-1,0 1,1 0,-1 0,0-1,1 1,-1 0,0 0,0 0,1 0,-1 0,0 0,0 0,1 0,-1 0,0 1,1-1,-1 0,0 0,0 1,1-1,-1 0,0 1,1-1,-1 0,1 1,-1-1,1 1,-1-1,1 1,-1-1,1 1,-1 0,1-1,0 1,-1 0,1-1,-1 1,-7 14,0-1,1 1,1 1,0-1,0 7,-152 507,68-218,-843 2863,917-3114,12-41,0 0,-2-1,0 0,-1 0,-1 0,0-1,-4 5,2-17,4-17,3-9,1 0,2 0,0 0,1 0,1 0,0 0,2 0,1 0,-1-2,38-194,51-144,92-221,52-117,356-1128,-432 1242,-25-5,-10-104,-35-270,-81 814,-8 130,-1-7,-8 57,-146 617,-30 6,87-319,-82 290,-289 1063,98 21,326-1407,39-229,10-61,5-20,9-19,-2-1,-1-1,-1-1,7-20,13-25,87-178,44-91,48-89,36-85,25-79,322-844,180-768,-574 1541,-48 95,-50 119,-42 117,-57 293,6-25,-3 0,-4-1,-2-24,-9 63,5 32,0 0,0-1,-1 1,1 0,0 0,0-1,0 1,0 0,0-1,-1 1,1 0,0 0,0 0,-1-1,1 1,0 0,0 0,-1 0,1-1,0 1,0 0,-1 0,1 0,0 0,-1 0,1 0,0 0,-1 0,1 0,0 0,-1 0,1 0,0 0,-1 0,1 0,0 0,0 0,-1 0,1 0,0 0,-1 0,-3 4,0 0,0 0,0 0,1 1,-1-1,1 1,0 0,-1 2,-170 304,17-35,-59 99,-55 98,-159 311,-70 247,312-580,5 53,73-155,-48 287,111-387,3 75,32-196,7 1,5 0,9 52,-1-127,-8-54,0 0,0 0,1 0,-1-1,0 1,0 0,0 0,0 0,0 0,0-1,1 1,-1 0,0 0,0 0,0 0,1 0,-1 0,0 0,0 0,0 0,0-1,1 1,-1 0,0 0,0 0,0 0,1 0,-1 0,0 0,0 0,1 0,-1 0,0 1,0-1,0 0,0 0,1 0,-1 0,0 0,0 0,0 0,1 0,-1 1,0-1,0 0,0 0,0 0,0 0,0 0,1 1,-1-1,5-25,14-126,7 1,38-123,196-573,-97 331,-142 446,861-2687,-620 2042,-223 619,-20 63,-19 32,0 0,0 0,0 0,0 0,0 0,0 0,1 0,-1 0,0 0,0-1,0 1,0 0,0 0,0 0,0 0,0 0,1 0,-1 0,0 0,0 0,0 0,0 0,0 0,0 0,0 0,1 0,-1 0,0 0,0 0,0 0,0 0,0 0,0 1,0-1,1 0,-1 0,0 0,0 0,0 0,0 0,0 0,0 0,0 0,0 0,0 0,0 1,0-1,1 0,-1 0,0 0,0 0,0 0,0 0,0 0,0 1,0-1,0 0,0 0,0 0,0 0,0 0,-1 21,-19 86,-4-2,-5-1,-23 50,25-73,-722 2376,730-2385,-65 249,63-224,5 1,1 23,14-113,1 0,-1 0,1 0,1 0,0 0,0 0,1 1,-2-8,0-1,0 1,0 0,0-1,0 1,1-1,-1 1,0 0,0-1,1 1,-1-1,1 1,-1-1,0 1,1-1,-1 1,1-1,-1 1,1-1,-1 0,1 1,0-1,-1 0,1 1,-1-1,1 0,0 0,-1 0,1 1,-1-1,1 0,0 0,-1 0,1 0,0 0,-1 0,1 0,0-1,-1 1,1 0,0 0,-1 0,1-1,-1 1,1 0,0-1,-1 1,1 0,5-4,0 0,-1-1,1 1,-1-1,0 0,0-1,-1 1,0-1,1-1,40-67,-22 34,201-358,58-172,145-438,-230 464,-163 429,-5-2,-5 0,6-95,-28 193,-1 0,-1 1,-2-10,3 26,-1 1,0-1,0 0,-1 1,1-1,0 1,0-1,-1 1,1-1,-1 0,0 1,1 0,-1-1,0 1,0-1,0 1,0 0,0 0,0-1,0 1,0 0,0 0,-1 0,0-1,0 2,0 1,-1-1,1 0,0 1,0-1,1 1,-1-1,0 1,0 0,0 0,0 0,0 0,1 0,-1 1,1-1,-1 0,1 1,-1-1,1 1,-1 1,-26 29,2 2,1 1,2 0,-1 6,-8 11,29-48,-500 815,277-418,-2 48,159-298,-16 68,60-145,4 1,3 1,-9 77,24-135,1 0,1 1,1-1,0 0,1 1,1-1,1 0,1 6,-3-23,-1-1,0 1,0-1,0 1,0-1,0 1,0-1,1 1,-1-1,0 1,1-1,-1 1,0-1,1 1,-1-1,0 1,1-1,-1 0,1 1,-1-1,0 0,1 1,-1-1,1 0,-1 0,1 0,-1 1,1-1,0 0,-1 0,1 0,-1 0,1 0,-1 0,1 0,-1 0,1 0,-1 0,1 0,0 0,-1 0,1-1,-1 1,1 0,-1 0,1-1,-1 1,1 0,-1-1,0 1,1 0,-1-1,1 1,-1-1,0 1,1 0,-1-1,0 0,29-34,-26 30,139-200,68-93,223-301,-30-17,-384 580,-19 36,0 0,0 0,0 0,-1 0,1 0,0 0,0 0,0 0,0 0,0 0,0 0,-1 0,1 0,0 0,0 0,0 0,0 0,0 0,0-1,0 1,-1 0,1 0,0 0,0 0,0 0,0 0,0 0,0 0,0 0,0-1,0 1,0 0,0 0,0 0,-1 0,1 0,0 0,0-1,0 1,0 0,0 0,0 0,0 0,0 0,0 0,0-1,0 1,1 0,-1 0,0 0,0 0,-44 46,-794 1006,766-946,27-39,-25 26,70-92,-1 0,0 0,0 1,1-1,-1 0,0 0,0-1,0 1,0 0,0 0,-1 0,1-1,0 1,0 0,0-1,-1 1,1-1,0 0,-1 1,1-1,0 0,1-1,-1 1,0-1,1 1,-1 0,1-1,-1 1,1-1,-1 0,1 1,-1-1,1 1,0-1,-1 0,1 1,0-1,0 0,-1 1,1-1,0 0,0 0,0 1,0-1,0 0,0 0,2-64,-1 53,6-103,5 1,5 0,5 2,32-95,36-27,117-213,5-13,-204 438,-11 18,-23 29,21-20,-133 141,-273 278,381-394,-581 587,581-584,18-19,-1 0,0 0,-1-1,-1-1,-8 5,10-13,12-13,12-19,-11 27,43-79,3 1,38-47,17-27,17-59,9-12,-126 221,1 1,-1 0,1-1,-1 1,1 0,0 0,0 0,0 0,0 0,1 0,-1 1,-1 1,-1-1,0 1,1 0,-1 0,0 0,1 0,-1 0,0 0,1 0,-1 0,0 0,1 0,-1 0,1 1,-1-1,0 0,1 0,-1 0,0 0,0 0,1 1,-1-1,0 0,1 0,-1 1,0-1,0 0,1 0,-1 1,0-1,0 0,0 1,0-1,1 0,-1 1,0-1,0 0,0 1,0-1,0 0,0 1,0-1,1 7,0 0,0 0,-1 0,0 0,-1 0,1 0,-1 0,-2 11,0 0,-1-1,-1 1,0-1,-2 0,0 0,0-1,-2 1,0-2,-5 7,-3-1,1-1,-2-1,-1 0,0-1,-1-1,-22 13,8-6,-1-2,-1-1,-1-2,0-2,-25 8,47-20,1 0,-1-1,0-1,0 0,0-1,0-1,0 0,0-1,0-1,0 0,-1-1,2-1,-1 0,0-1,1-1,-14-6,-29-18,22 10,-1 1,-10-1,35 14,-1 1,0 1,0 0,1 1,-2 1,1-1,0 2,0 0,-6 0,-22 4,1 2,0 1,0 2,1 1,0 3,1 1,1 1,-6 5,-188 103,215-115,1 1,0 1,1-1,0 2,0 0,1 1,1 0,0 0,0 1,1 1,1 0,0 0,1 1,1 0,0 0,1 1,1 0,-2 8,-17 51,3 1,3 1,4 1,-1 43,13-98,-1 1,-1-1,-1 0,-1 0,-1 0,0-1,-2 0,-1 0,-1-1,0 0,-3 1,-51 108,65-130,0 0,-1 0,1 1,0-1,0 0,0 1,-1-1,1 0,0 0,0 1,-1-1,1 0,0 0,0 1,-1-1,1 0,0 0,-1 0,1 0,0 0,-1 0,1 1,0-1,-1 0,1 0,-1 0,1 0,0 0,-1 0,1 0,0 0,-1 0,1-1,0 1,-1 0,1 0,0 0,-1 0,1 0,0-1,0 1,-1 0,1 0,0 0,-1-1,1 1,0 0,0-1,0 1,-1 0,1 0,0-1,0 1,0 0,0-1,-1 1,1 0,0-1,0 1,0 0,0-1,0 1,0 0,0-1,-8-29,7 27,-83-434,52 261,-4-90,31 220,-3 16,8 30,-1 0,1 1,-1-1,1 0,-1 0,1 0,-1 1,1-1,0 0,-1 0,1 1,0-1,-1 0,1 1,0-1,-1 0,1 1,0-1,-1 1,1-1,0 0,0 1,0-1,-1 1,1-1,0 1,0-1,0 1,0-1,0 1,0-1,0 1,-14 61,1 85,5 0,11 118,-4 124,-8-293,-10 35,-1-2,9-43,-28 300,35-316,3 1,3-1,4 0,9 45,-8-89,1 0,2-1,0 0,14 23,22 58,-33-67,-2 0,-1 1,-3 0,-1 0,-1 1,-3 0,-1-1,-2 1,-2 0,-3 6,-75 398,73-393,1 1,3-1,3 1,1 0,3 5,0 47,-3 76,-5-313,-6 1,-5 0,-7 1,-5 1,-5 2,-12-15,44 138,-17-42,6 33,12 13,-1 0,1 0,-1 0,1 0,-1 0,1 0,-1 1,1-1,-1 0,1 0,0 0,-1 0,1 1,-1-1,1 0,-1 0,1 1,0-1,-1 0,1 1,0-1,-1 0,1 1,0-1,-1 1,1-1,0 0,0 1,0-1,-1 1,1-1,0 1,0-1,0 1,-1 0,1 0,0 0,0 0,-1 0,1 0,-1 0,1 0,-1-1,1 1,-1 0,0 0,1-1,-1 1,0 0,0-1,1 1,-1 0,0-1,0 1,0-1,0 0,0 1,0-1,0 0,0-1,1 0,-1 0,0 0,1 1,-1-1,1 0,0 0,-1 0,1 0,-1 0,1 0,0 0,0 0,0 0,0 0,0 0,0 0,0 0,-1-62,19-186,3-70,-10-283,-30-73,17 628,-3 0,-5-22,10 69,0-1,0 1,0-1,0 1,0-1,0 1,0-1,0 1,0-1,0 1,0-1,0 1,0-1,0 1,-1-1,1 1,0-1,0 1,-1-1,1 1,0-1,0 1,-1-1,1 1,0 0,-1-1,1 1,-1 0,1-1,-1 1,1 0,0 0,-1-1,1 1,-1 0,1 0,-6 20,1 38,2 406,20-1,21 0,35 96,-48-424,5-1,7-2,36 84,213 588,-214-595,-9 3,27 173,-72-289,4 0,4-2,7 6,-30-93,-1-1,1 0,0 0,0 0,0 0,1-1,4 6,-7-10,0 0,1 0,-1 0,1 0,-1 0,1 0,-1 0,1 0,-1-1,1 1,0-1,0 1,-1-1,1 1,0-1,0 0,-1 0,1 0,0 0,0 0,-1 0,1-1,0 1,-1-1,1 1,0-1,-1 1,1-1,0 0,-1 0,1 0,24-15,-1-1,0-1,-2-1,20-21,23-18,94-69,-19 17,-5-6,36-46,-135 118,-36 44,0-1,-1 1,1-1,0 1,-1-1,1 1,-1-1,1 0,-1 1,1-1,-1 0,0 1,1-1,-1 0,0 1,0-1,1 0,-1 0,0 0,0 1,0-1,0 0,0 0,0 1,0-1,0 0,0 0,0 1,-1-1,1 0,0 0,0 1,-1-2,-1 2,0-1,-1 1,1 0,0 0,-1 0,1 0,0 0,-1 0,1 1,0-1,-1 1,-1 0,-43 13,0 2,1 2,-17 11,41-19,-365 176,-304 202,643-359,-15 8,1 3,2 2,-38 37,75-52,23-27,0 0,-1 1,1-1,0 0,0 1,-1-1,1 0,0 1,0-1,0 1,0-1,0 0,0 1,0-1,0 1,0-1,0 1,0-1,0 0,0 1,0-1,0 1,0-1,0 1,0-1,1 0,-1 1,0-1,0 0,0 1,1-1,-1 1,1-1,2 1,0-1,0 1,0-1,0 0,0 0,0 0,0-1,0 1,0-1,0 0,0 1,0-1,0-1,-1 1,1 0,1-1,94-43,-2-4,5-8,21-11,904-486,-1017 550,100-55,97-37,-194 91,51-15,-60 19,0 0,0 1,0-1,0 1,0 0,0 0,0 0,0 0,0 1,0-1,0 1,0 0,0-1,0 2,0-1,0 0,0 1,-1-1,0 1,-1-1,1 1,-1 0,1 0,-1-1,0 1,0 0,0 0,0 0,0 0,0 0,0 1,-1-1,1 0,-1 0,1 0,-1 1,0-1,-1 48,0-47,-4 44,-2 0,-2 0,-2-1,-2-1,-2 0,-2-1,-7 11,7-21,-2-1,-1 0,-1-1,-2-2,-2 0,0-2,-2 0,-1-2,-12 8,-47 31,-4-4,-85 43,4-16,-35 6,194-88,0-1,0 0,-1-1,-6 1,19-5,0 0,0 1,0-1,0 0,0 1,0-1,0 0,0 0,0 0,0 0,0 0,0 0,0 0,0 0,0 0,0-1,0 1,0 0,0-1,0 1,1-1,-1 1,0-1,0 1,0-1,0 1,1-1,-1 0,0 0,0 1,1-1,-1 0,1 0,-1 0,1 0,-1 0,1 0,-1 1,1-1,0 0,-1-1,2-3,-1 0,1 0,0 0,0 0,0 0,0 0,1 1,2-5,18-38,3 1,1 2,25-32,-38 57,543-740,-170 242,-30-18,-316 472,-26 51,-7 20,-6 30,-1-35,-7 100,-4-1,-5-1,-5 4,-19 57,-34 82,44-157,-3-2,-4-1,-4-2,-4-2,-3-2,-3-2,-3-3,-4-1,-3-4,-3-2,-2-3,-14 6,78-67,-7 5,0 0,0 0,-1-1,0 0,0-1,-4 2,12-7,1 1,-1 0,0-1,1 0,-1 1,0-1,0 0,1 0,-1 0,0 0,1 0,-1 0,0-1,0 1,1-1,-1 1,0-1,1 1,-1-1,1 0,-1 0,1 0,-1 0,1 0,0 0,-1 0,1 0,0-1,0 1,0 0,0-1,0 1,0-1,0 1,0-1,1 0,-1 1,1-1,-1 0,1 1,0-1,-1 0,1-1,-3-22,0-1,2 0,0 0,2 0,1 1,1-1,4-11,-7 36,56-307,73-217,-57 245,-40 146,1-5,11-13,-31 122,-13 30,0 0,1 0,-1 0,0 0,0 0,0 0,0-1,0 1,1 0,-1 0,0 0,0 0,0 0,0 0,1 0,-1 0,0 0,0 0,0 0,0 0,1 0,-1 0,0 0,0 0,0 0,1 0,-1 0,0 0,0 0,0 0,0 0,1 0,-1 0,0 0,0 1,0-1,0 0,0 0,1 0,-1 0,0 0,0 0,0 1,0-1,0 0,0 0,0 0,0 0,1 1,-1-1,0 0,0 0,0 0,0 1,0-1,0 0,0 0,0 0,0 0,0 1,0-1,0 0,1 8,0-1,-1 1,0 0,0 0,-1-1,0 2,-11 75,-5 0,-2-2,-5 0,-5 4,-131 316,157-396,-233 521,110-249,84-186,27-71,15-21,0 0,0-1,-1 1,1 0,0 0,0 0,-1 0,1 0,0 0,0 0,0-1,-1 1,1 0,0 0,0 0,0 0,0-1,-1 1,1 0,0 0,0 0,0-1,0 1,0 0,0 0,0-1,-1 1,1 0,0 0,0 0,0-1,0 1,0 0,0 0,0-1,0 1,0 0,1 0,-1-1,0 1,0 0,0 0,0-1,0 1,0 0,8-56,35-141,32-77,-26 103,209-712,121-457,-350 1228,-19 92,-5 31,-2 45,-11 94,-7 0,-12 32,6-44,0 13,-70 535,59-357,14 32,25-141,2-311,5 1,3 0,5-5,3-16,-19 80,23-100,-6-1,1-80,-26 175,1 39,-1-1,1 0,0 1,0-1,0 1,0-1,0 1,0 0,1-1,-1 1,0 0,1 0,-1-1,1 1,0 0,0 0,0 1,-52 219,1 57,27-140,-124 775,141-846,7-49,-2 1,0-1,-1 0,-1 0,-1 0,-7 18,14-93,24-94,6 1,11-10,20-89,6-95,-16-2,-10-48,-13-87,-22-140,-37-640,1 81,28 1131,-7-164,1 174,2 43,-2 21,-32 191,-77 375,-109 285,-113 519,316-1276,19-76,7-47,5-22,112-400,-26 80,448-1306,119-94,-573 1531,-73 187,-11 31,-3 17,-2 31,-3 0,-1 0,-3-1,-8 30,-57 211,-128 365,-42 25,229-649,8-21,0 0,-1 0,0 0,-1-1,-6 10,7-18,5-12,7-44,2 0,8-21,7-34,66-385,-8-128,-81 607,1-1,-1 0,0 0,-1 0,-1 0,0 0,-1-1,1 14,1-1,-1 1,1 0,-1 0,0-1,0 1,0 0,0 0,0 0,0 0,-1 0,1 0,0 1,-1-1,0 0,1 1,-1-1,0 1,0 0,0-1,0 1,0 0,0 0,0 0,-1 1,1-1,0 0,0 1,-1 0,1-1,0 1,-1 0,1 0,0 0,-1 0,1 1,0-1,0 1,-1-1,-1 2,-18 4,1 1,0 2,0 0,0 1,1 1,1 1,0 0,-17 16,-17 17,2 2,-15 20,-10 18,4 2,3 4,4 3,5 2,-28 63,68-112,20-47,1 0,-1 0,0 0,0-1,0 1,0 0,1 0,-1 0,0 0,0 0,1 0,-1 0,0 0,0 0,0 0,1 0,-1 0,0 0,0 0,0 0,1 0,-1 0,0 0,0 1,0-1,1 0,-1 0,0 0,0 0,0 0,0 0,1 1,-1-1,0 0,0 0,0 0,0 0,0 1,0-1,0 0,1 0,-1 0,0 1,0-1,0 0,0 0,0 0,0 1,0-1,0 0,0 0,0 1,17-17,0-1,-1 0,12-17,8-10,379-459,-324 380,-4-4,-7-4,14-39,-66 104,-25 48,-9 17,-15 23,-33 57,5 2,-19 46,-22 36,-62 86,-11-7,-173 193,306-398,-2-2,-2-2,-24 19,57-50,-1 0,0-1,0 1,0 0,0-1,0 1,0-1,0 0,-1 0,1 0,0 0,-1 0,1 0,-1-1,1 1,-1-1,1 0,-1 1,1-1,-1 0,1-1,-1 1,1 0,-1-1,-1 0,2-1,1 0,-1 0,0-1,1 1,-1-1,1 1,0-1,0 0,0 1,0-1,1 0,-1 0,0 1,1-1,0 0,0 0,0 0,0 0,0 0,1 1,-1-1,1 0,0 0,4-30,1 1,2 0,1 0,9-19,58-125,-60 141,99-203,49-109,-126 254,-4-2,18-80,-37 99,-17 45,-6 28,-7 13,-5 12,0 1,1 1,-2 6,-8 9,-134 184,-31 72,129-183,3 4,7 1,-35 106,83-208,6-26,6-31,14-50,5 2,19-45,-5 16,172-627,-205 726,-7 21,-10 34,3-9,-25 60,-4-2,-45 71,-112 157,50-84,-11 31,153-254,-6 9,16-29,-5 9,170-388,14-34,-151 361,-35 66,1 0,-1 0,1 0,-1 0,1 0,-1 0,1 0,0 0,-1 0,1 0,0 0,0 1,0-1,0 0,0 1,0-1,-1 0,2 1,-1-1,0 1,0 0,0-1,0 1,0 0,0-1,1 1,-1 1,0 1,0-1,0 0,0 1,0-1,0 0,0 1,-1-1,1 1,0-1,-1 1,1 0,-1-1,0 1,0-1,1 1,-1 0,0 0,5 49,-1 0,-3 1,-4 39,-24 162,-9-32,-52 166,-91 206,124-440,47-137,20-43,184-341,16-35,-197 373,70-149,28-93,-92 201,-20 52,-7 17,-19 22,20-16,-219 231,29-30,32-45,-228 239,372-376,45-46,-3 2,120-104,204-192,-291 258,-1-3,-4-1,-2-3,28-53,-65 101,-1-1,-1 0,0-1,-2 0,0 0,-2-1,0 1,2-16,-9 27,-4 12,-8 18,-154 375,81-182,-19 21,-42 106,145-339,1 0,0 0,0 1,0-1,0 0,1 0,-1 0,1 1,-1-1,1 0,0 1,0-1,0 0,0 0,0 1,0-1,1 0,-1 1,1-1,0 0,-1 0,1 0,0 1,0-1,1 1,1-2,0 0,-1 0,1 0,0-1,-1 1,1-1,0 0,0 0,0 0,-1 0,1 0,0-1,0 1,0-1,-1 1,1-1,-1 0,1 0,0 0,-1-1,3-1,57-28,-1-3,-1-3,-2-3,34-31,-68 53,70-54,-4-4,-3-4,-3-4,-5-3,-3-3,26-45,-76 92,-21 27,-18 28,-20 31,-21 36,-15 20,-115 136,-49 63,194-245,29-43,11-17,17-27,194-279,-18 31,-98 120,-85 135,-11 27,0 0,0 0,1 0,-1-1,0 1,0 0,0 0,0 0,0-1,0 1,0 0,0 0,0 0,0-1,0 1,0 0,0 0,0 0,0-1,0 1,0 0,0 0,0 0,0-1,0 1,0 0,-1 0,1 0,0-1,0 1,0 0,0 0,0 0,-1 0,1 0,0-1,0 1,0 0,0 0,-1 0,1 0,0 0,0 0,0 0,-1 0,1 0,-35 21,-169 134,-102 81,228-169,3 3,-50 61,87-90,31-36,24-30,66-73,44-37,14-16,-116 123,154-183,-141 163,-2-3,-2-1,7-18,-39 67,-1 0,1 1,-1-1,0 0,0 0,0 0,0 0,0 0,-1 0,0 0,1-1,-9-1,-14 13,-36 25,1 2,-40 34,-6 4,-178 109,-71 48,346-226,0 1,0 0,0 0,0 0,1 1,0 0,0 0,0 0,1 1,0-1,1 1,-1 0,1 0,0 0,-1 6,4-12,0 1,0-1,-1 1,1-1,0 0,0 1,1-1,-1 0,0 1,0-1,1 1,-1-1,0 0,1 0,0 1,-1-1,1 0,0 0,-1 0,1 1,0-1,0 0,0 0,0 0,0-1,0 1,0 0,1 0,-1 0,0-1,0 1,0-1,1 1,-1-1,0 1,1-1,-1 0,0 0,1 0,0 1,10 1,1 0,0-1,0 0,4-1,-10 0,36-1,0-1,-1-3,1-2,-1-1,-1-2,15-7,33-14,-1-4,30-19,-36 10,74-54,-610 463,307-244,37-27,-102 78,171-143,-1-2,-2-1,-1-3,-20 8,41-21,15-5,0-1,-1 0,0-1,0 0,0 0,0-1,0 0,-4-1,14 0,0-1,0 0,-1 0,1 0,0 0,-1 0,1 0,0 0,-1 0,1 0,0 0,0 0,-1 0,1 0,0 0,-1 0,1 0,0-1,0 1,-1 0,1 0,0 0,-1 0,1 0,0-1,0 1,0 0,-1 0,1-1,0 1,0 0,0 0,-1-1,1 1,0 0,0 0,0-1,0 1,0 0,0-1,0 1,0 0,0 0,0-1,0 1,0 0,0-1,0 1,0 0,0-1,0 1,0 0,0 0,0-1,0 1,0 0,1-1,-1 1,14-19,64-62,51-38,1 0,141-166,34-66,35-40,-318 364,-22 27,0 0,0 0,0 0,0 0,0 0,0 0,-1 0,1 0,0 0,0 0,0 0,0 0,0 0,0 0,0 0,-1 0,1 0,0 0,0 0,0 0,0 0,0 0,0 0,0 0,0 0,-1-1,1 1,0 0,0 0,0 0,0 0,0 0,0 0,0 0,0 0,0-1,0 1,0 0,0 0,0 0,0 0,0 0,0 0,0 0,0-1,0 1,0 0,0 0,0 0,0 0,0 0,0 0,0 0,0-1,-45 34,-79 76,6 5,4 5,6 5,-8 23,-119 147,214-270,10-13,0 1,1 0,0 1,1 0,0 1,1 0,-6 14,14-27,-1 0,1 0,0 0,-1 0,1 0,0 0,0 0,0 0,0 0,0 1,0-1,0 0,0 0,0 0,0 0,1 0,-1 0,0 0,1 0,-1 0,1 0,-1 0,1 0,-1 0,1 0,0 0,-1-1,1 1,0 0,0 0,0-1,0 1,-1 0,1-1,0 1,0-1,0 1,0-1,0 0,1 1,-1-1,0 0,0 0,0 0,0 0,0 0,0 0,0 0,0 0,1 0,9 0,1-1,0 0,0 0,7-3,-14 3,85-21,-1-4,-2-3,-1-5,0-4,-43 20,553-255,-415 177,-3-7,25-29,-160 101,-1-1,-1-2,-2-2,2-5,-8-4,-33 45,0 1,-1-1,1 0,0 0,0 0,-1 0,1 0,0 0,0 1,-1-1,1 0,0 0,0 0,-1 0,1 0,0 0,-1 0,1 0,0 0,0 0,-1 0,1 0,0 0,0-1,-1 1,1 0,0 0,0 0,-1 0,1 0,0 0,0-1,0 1,-1 0,1 0,0 0,0-1,0 1,0 0,-1 0,1-1,0 1,0 0,0 0,0-1,0 1,0 0,0 0,0-1,0 1,0 0,0 0,0-1,0 1,0 0,0 0,0-1,0 1,0 0,0 0,0-1,0 1,0 0,-17 9,-1 2,1 0,1 1,0 0,-7 9,-9 6,-641 483,511-401,-171 119,214-139,-72 71,157-125,1 1,-8 12,-24 28,45-49,20-27,0 1,0-1,0 0,0 1,-1-1,1 0,1 0,-1 1,0-1,0 0,0 0,0 1,0-1,0 0,0 0,0 1,0-1,0 0,0 0,1 0,-1 1,0-1,0 0,0 0,0 0,1 1,-1-1,0 0,0 0,0 0,1 0,-1 0,0 1,0-1,1 0,-1 0,0 0,0 0,24 0,-5-5,1-1,-1-1,0 0,0-1,-1-1,0-1,-1-1,4-3,751-525,-768 536,247-185,-9-11,17-34,-248 221,13-10,0-1,-2-1,0-1,-2 0,-1-2,-1-1,3-8,-17 22,-9 14,-16 19,-60 58,-3-3,-3-5,-2-3,-8-1,-130 73,-36 6,-319 138,-105 58,653-321,0 2,2 1,-2 3,20-13,0 0,1 1,1 0,0 1,1 0,1 1,-4 7,13-21,0 0,0 0,1 0,-1 0,0 0,0 0,1 0,-1 0,1 1,-1-1,1 0,-1 0,1 1,0-1,0 0,-1 1,1-1,0 0,0 1,1-1,-1 0,0 1,0-1,0 0,1 0,-1 1,1-1,-1 0,1 0,0 0,-1 1,1-1,0 0,0 0,0 0,-1 0,1 0,0-1,1 1,-1 0,0 0,0 0,0-1,0 1,0-1,1 1,-1-1,0 0,1 1,-1-1,0 0,2 0,11 2,-1 0,1-2,0 1,0-2,3 0,-12 0,91-8,1-5,76-22,197-64,-267 70,365-109,13-28,-378 124,-68 21,-31 14,-22 8,-37 14,0 2,1 2,1 2,-13 10,14-8,-90 42,3 6,4 6,2 6,5 6,-10 15,83-61,-2-2,-1-2,-32 12,70-38,20-12,0 0,0 0,0 0,-1 0,1 0,0 0,0 0,0 0,0 0,0 1,0-1,0 0,-1 0,1 0,0 0,0 0,0 0,0 0,0 0,0 0,0 0,0 0,0 0,0 1,0-1,0 0,-1 0,1 0,0 0,0 0,0 0,0 0,0 1,0-1,0 0,0 0,0 0,0 0,0 0,0 0,0 0,0 1,0-1,0 0,0 0,1 0,-1 0,0 0,0 0,0 0,0 0,0 1,0-1,0 0,0 0,0 0,0 0,0 0,0 0,1 0,-1 0,0 0,0 0,0 0,0 0,42-9,70-35,-2-5,-2-5,-3-4,-2-5,52-45,-100 68,-2-3,-2-2,-2-3,-2-1,-2-3,1-6,-41 51,24-35,-28 39,1 1,-1 0,0-1,0 1,0-1,0 1,0-1,-1 1,1-1,-1 0,1 1,-1-1,0 0,0-2,-1 5,1-1,-1 0,1 0,-1 1,1-1,-1 0,1 1,-1-1,1 1,-1-1,0 0,1 1,-1 0,0-1,0 1,1-1,-1 1,0 0,0-1,0 1,0 0,1 0,-1 0,0 0,0 0,0 0,0 0,1 0,-1 0,0 0,0 0,0 0,0 1,-18 2,1 2,0 0,0 0,0 2,1 0,-13 8,-6 2,-1231 491,1218-491,-23 9,-46 23,83-25,34-24,0 1,1 0,-1 0,1-1,-1 1,0 0,1 0,-1 0,1 0,0 0,-1 0,1 0,0 0,-1 0,1 0,0 0,0 0,0 0,0 0,0 0,0 0,0 0,2 2,0 0,0 0,1 0,-1-1,0 1,1-1,0 0,-1 0,1 0,0 0,0 0,0 0,0-1,1 1,-1-1,0 0,1 0,1 0,46 15,2-2,-1-2,30 2,170 13,-230-25,140 11,0-8,62-10,-131-1,0-5,-1-3,0-5,76-26,-149 39,45-17,-60 22,0-1,0 0,0-1,0 1,-1 0,1-1,-1 0,0 0,0 0,0 0,0-1,2-2,-5 6,1-1,-1 1,0-1,0 1,1 0,-1-1,0 1,0-1,0 1,0-1,0 1,1-1,-1 1,0-1,0 1,0-1,0 1,0-1,-1 1,1-1,0 1,0-1,0 1,0-1,0 1,-1-1,1 1,0 0,0-1,-1 1,1-1,0 1,-1 0,1-1,-1 1,1 0,0-1,-1 1,1 0,-1-1,-24-5,5 4,1 1,0 1,0 1,0 0,-1 2,-13 3,-30 10,-24 11,60-19,-1472 434,1470-435,-34 11,60-17,-1 0,1 0,0 1,0-1,0 1,0 0,0 0,0 0,0 0,0 0,1 1,-1-1,-1 3,4-4,0-1,0 0,-1 1,1-1,0 1,0-1,0 0,0 1,0-1,0 1,0-1,0 0,0 1,0-1,0 1,0-1,0 0,0 1,0-1,0 1,1-1,-1 0,0 1,0-1,0 0,1 1,-1-1,0 0,0 1,1-1,-1 0,0 0,1 1,-1-1,0 0,1 0,-1 0,1 1,9 5,1-1,0 0,0-1,0 0,1 0,-1-1,1-1,0 0,1 0,4 1,105 15,1-5,0-5,1-6,60-8,56-15,191-43,-175 11,-3-10,-3-11,-4-11,28-24,-221 88,-70 32,-88 40,-55 17,-3-6,-2-8,-108 18,-520 78,750-144,-3 0,-1 2,1 2,1 2,0 2,-24 11,39-7,23-8,23-7,7-5,-1-2,0 0,0-1,0-2,1 0,-20 6,317-111,-5-14,87-59,-382 176,158-76,-4-6,3-14,-161 95,49-35,-62 42,1 1,-1-1,0-1,0 1,0 0,0-1,-1 0,1 1,-1-1,0 0,0 0,0-1,0-2,-2 6,1-1,-1 1,0-1,0 1,-1-1,1 1,0 0,0-1,-1 1,1-1,-1 1,1 0,-1-1,0 1,1 0,-1 0,0 0,0-1,0 1,0 0,0 0,0 0,0 0,0 0,0 1,0-1,-1 0,1 1,0-1,-1 0,1 1,0 0,-1-1,0 1,-57-11,13 8,-1 3,0 1,1 3,-4 2,-188 37,205-36,-213 47,3 12,3 10,-176 85,378-145,-98 48,118-54,0 1,1 1,0 0,1 2,-14 13,12 0,18-26,0 0,-1-1,1 1,0 0,0 0,0-1,0 1,0 0,0 0,0 0,0-1,0 1,0 0,0 0,1 0,-1-1,0 1,0 0,1 0,-1-1,1 1,-1 0,1 0,1 0,1 1,-1-1,1 0,0 0,0 1,-1-2,1 1,0 0,0-1,0 1,0-1,0 0,0 0,0 0,0 0,0 0,0-1,0 1,0-1,73-13,0-2,66-25,-39 11,220-60,515-154,-588 158,-3-11,64-43,-275 123,-14 8,-1-1,0-1,-1-1,0-1,-1 0,0-2,2-3,-21 18,0 0,0 0,1 0,-1 0,0-1,0 1,0 0,0 0,1 0,-1 0,0 0,0 0,0 0,0 0,0-1,0 1,1 0,-1 0,0 0,0 0,0 0,0-1,0 1,0 0,0 0,0 0,0 0,0 0,0-1,0 1,0 0,0 0,0 0,0 0,0-1,0 1,0 0,0 0,0 0,0 0,0-1,0 1,0 0,0 0,0 0,0 0,-1 0,1-1,0 1,0 0,0 0,0 0,0 0,0 0,-1 0,1 0,-18 3,-42 21,-51 29,30-14,-732 306,-19-39,582-216,242-87,-17 5,0 2,1 1,-13 7,30-13,-1 0,1 1,0-1,0 1,1 1,0-1,0 1,1 0,0 0,0 1,-3 6,-27 46,22-40,1 0,1 1,1 0,1 1,-1 3,10-24,0 0,-1 0,1 0,-1 1,1-1,0 0,0 0,0 1,0-1,0 0,0 0,0 0,0 1,0-1,1 0,-1 0,0 0,1 1,-1-1,1 0,-1 0,1 0,0 0,-1 0,1 0,0 0,0 0,0 0,0 0,0-1,0 1,0 0,0-1,0 1,0 0,0-1,0 1,0-1,1 0,-1 1,0-1,0 0,0 0,1 0,-1 0,0 0,8 1,0-1,0-1,0 1,0-2,0 1,3-2,109-28,113-46,-93 28,158-48,85-28,119-67,-493 188,26-12,0-1,-2-1,2-3,-101 44,-269 106,-224 89,18 27,414-182,2 6,4 5,-1 8,70-48,50-34,1 0,0 0,0 1,0-1,0 0,0 0,0 0,0 1,0-1,0 0,0 0,0 0,0 1,0-1,0 0,0 0,0 0,0 1,0-1,0 0,0 0,0 0,0 1,1-1,-1 0,0 0,0 0,0 1,0-1,0 0,0 0,1 0,-1 0,0 0,0 0,0 1,1-1,-1 0,0 0,0 0,0 0,1 0,-1 0,0 0,0 0,0 0,1 0,-1 0,0 0,0 0,0 0,1 0,-1 0,0 0,0 0,0 0,1 0,-1 0,22 2,50 0,1-3,-1-4,0-2,0-4,20-8,89-26,79-35,-57 10,138-72,-239 93,-1-5,-3-4,-3-5,10-13,-40 21,-49 39,-16 12,-32 21,-160 88,-5-8,-25 1,-418 148,-498 134,1100-368,1 2,-24 12,50-21,0 1,0 0,1 1,0 0,1 1,-1 0,1 0,1 1,0 0,-3 5,10-14,0 1,1 0,-1 0,0-1,1 1,-1 0,1 0,-1 0,1 0,0-1,-1 1,1 0,0 0,0 0,0 0,-1 0,1 0,0 0,0 0,0 0,1 0,-1 0,0 0,0 0,0 0,1 0,-1 0,1 0,0 0,0 0,1 0,-1 0,1-1,0 1,-1 0,1 0,0-1,-1 1,1-1,0 0,-1 1,1-1,0 0,0 0,0 0,1 0,28-2,0-2,1-1,-1-1,-1-2,18-6,-48 14,716-236,-542 175,294-117,-333 119,-3-6,45-34,-111 52,-64 46,-1 0,1 0,-1 0,1-1,-1 1,0 0,0-1,0 1,0-1,0 0,0 1,0-1,0 0,-1 1,1-1,0-1,-2 2,1 0,-1 0,0 1,0-1,1 0,-1 1,0-1,0 1,0-1,0 1,0 0,0-1,0 1,0 0,0-1,1 1,-1 0,0 0,0 0,0 0,0 0,0 0,0 0,0 0,0 1,0-1,0 0,0 1,0-1,0 0,0 1,0-1,-45 12,1 1,-33 14,32-10,-803 310,621-224,5 10,-135 94,352-203,-2 0,1 1,-1 0,1 1,1 0,-3 2,8-8,1 1,-1-1,0 1,1 0,-1-1,1 1,-1 0,1 0,-1-1,1 1,0 0,-1 0,1 0,0 0,0-1,-1 1,1 0,0 0,0 0,0 0,0 0,0 0,0 0,1-1,-1 1,0 0,0 0,0 0,1 0,-1-1,1 1,-1 0,0 0,1 0,-1-1,1 1,0 0,-1-1,1 1,0-1,-1 1,1 0,0-1,-1 0,1 1,0-1,0 1,0-1,0 0,-1 0,1 1,0-1,0 0,0 0,17 5,1-1,-1 0,1-2,-1 0,1-1,0-1,-1-1,13-1,-12 1,167-13,-1-8,64-20,369-108,-235 36,-5-17,331-167,-605 247,84-56,-136 69,-46 30,-13 8,-21 11,-275 110,-178 41,194-69,-328 125,371-121,-108 66,298-136,2 3,1 1,-40 35,87-64,0 1,0 1,0-1,1 1,-1-1,1 1,0 0,0 0,0 0,1 1,-1 1,2-6,1 0,0 0,0 0,0 1,0-1,-1 0,1 0,0 0,0 0,0 1,0-1,0 0,0 0,0 0,0 0,-1 1,1-1,0 0,0 0,0 0,0 1,0-1,0 0,0 0,0 1,0-1,0 0,0 0,0 0,1 1,-1-1,0 0,0 0,0 0,0 0,0 1,0-1,0 0,1 0,-1 0,0 0,0 1,0-1,0 0,0 0,1 0,-1 0,0 0,0 0,0 0,1 0,-1 1,0-1,0 0,0 0,1 0,-1 0,0 0,0 0,0 0,1 0,-1 0,0 0,0 0,1-1,16-9,411-303,916-573,-1301 857,-29 19,1 0,0 0,1 1,0 1,1 1,-1 0,11-2,-26 9,-1 0,0-1,1 1,-1 0,1 0,-1 0,0 0,1 0,-1-1,1 1,-1 0,1 0,-1 0,0 0,1 0,-1 0,1 1,-1-1,1 0,-1 0,0 0,1 0,-1 0,1 1,-1-1,0 0,1 0,-1 1,0-1,1 0,-1 0,0 1,1-1,-1 0,0 1,0-1,1 1,-1-1,0 0,0 1,0-1,0 1,1-1,-1 0,0 1,0-1,0 1,0-1,0 1,0-1,0 0,0 1,0-1,0 1,-1-1,1 1,0-1,0 0,0 1,0-1,-1 0,1 1,-3 6,0-1,0 0,-1 1,0-1,0 0,-1-1,1 1,-1-1,-4 3,-59 50,46-41,-162 122,-187 105,-217 91,45-51,103-55,317-160,78-37,45-32,0 0,0 0,0 0,-1 0,1 0,0 0,0 0,0 0,0 1,0-1,0 0,-1 0,1 0,0 0,0 0,0 0,0 1,0-1,0 0,0 0,0 0,0 0,0 1,0-1,0 0,0 0,0 0,0 0,0 0,0 1,0-1,0 0,0 0,0 0,0 0,0 1,0-1,0 0,0 0,0 0,0 0,1 0,-1 0,0 1,0-1,0 0,0 0,0 0,0 0,0 0,1 0,-1 0,0 0,0 0,0 1,0-1,0 0,1 0,-1 0,0 0,0 0,0 0,0 0,1 0,-1 0,0 0,31-5,75-28,-2-5,-2-4,3-7,-1 2,1329-614,-1408 648,41-19,29-21,-94 53,0 0,0 0,0-1,0 1,1-1,-2 1,1-1,0 1,0-1,0 0,0 1,0-1,0 0,-1 0,1 0,0 0,-1 0,1 1,0-1,-1 0,1 0,-1-1,-31 11,-171 78,-94 60,180-88,-404 206,-429 215,912-463,-43 22,75-36,0 0,0 0,0 0,1 0,0 1,-1 0,1 0,1 0,-1 0,1 1,-3 3,6-7,-1-1,1 1,0-1,0 1,-1 0,1-1,0 1,0-1,0 1,0 0,0-1,0 1,0-1,0 1,0 0,0-1,1 1,-1-1,0 1,0 0,0-1,1 1,-1-1,0 1,1-1,-1 1,1-1,22 13,-2-7,0-2,1 0,0-1,-1-1,12-1,131-7,8-9,-1-9,145-39,-76 0,161-68,-65-5,-255 96,-1-3,66-48,-66 28,-62 42,-18 21,0 0,0 0,0 0,1-1,-1 1,0 0,0 0,0 0,0 0,0 0,0 0,0-1,0 1,0 0,0 0,0 0,0 0,0-1,0 1,0 0,0 0,0 0,0 0,0 0,0-1,0 1,0 0,0 0,0 0,0 0,0 0,0-1,0 1,0 0,0 0,0 0,0 0,0 0,-1 0,1-1,0 1,0 0,0 0,0 0,0 0,0 0,-1 0,1 0,0 0,0 0,0 0,0 0,0 0,-1 0,1 0,0 0,0 0,0 0,0 0,-1 0,-43 16,-153 91,5 8,-48 47,29-21,-219 127,410-257,13-6,1 0,-1-1,0 0,0-1,0 0,-1 0,1 0,-1-1,1 0,-1 0,0-1,-1 0,8-1,1 0,-1 0,0 0,0-1,1 1,-1 0,0 0,0-1,1 1,-1 0,0-1,1 1,-1-1,1 1,-1-1,0 1,1-1,-1 1,1-1,-1 1,1-1,0 0,-1 1,1-1,0 0,-1 1,1-1,0 0,0 0,-1 1,1-1,0 0,0 0,0 1,0-1,0 0,0 0,6-32,-6 32,14-40,1 1,2 1,1 0,19-27,31-41,6-1,49-53,7 5,106-97,309-257,-508 477,19-18,1 4,4 1,-58 44,0-1,0 1,1 0,-1 0,1 0,0 1,0 0,-1-1,4 1,-7 1,1-1,-1 1,1 0,-1 0,0 1,1-1,-1 0,1 0,-1 0,0 0,1 0,-1 0,0 0,1 1,-1-1,0 0,1 0,-1 1,0-1,1 0,-1 0,0 1,0-1,1 0,-1 1,0-1,0 0,1 1,-1-1,0 0,0 1,0-1,0 1,0-1,0 0,0 1,0-1,0 1,0-1,0 0,0 1,0-1,0 1,0-1,-2 8,0-1,0 0,-1 0,0 0,0-1,-1 1,1-1,-4 4,-36 50,-2-1,-3-3,-45 40,-178 150,263-239,-339 286,-138 123,312-255,-104 130,254-262,23-29,1 0,-1 0,0 0,0 0,0 0,0 0,0 0,0 0,1 0,-1 0,0 0,0 0,0 0,0 0,0 0,0 0,0 0,0 1,1-1,-1 0,0 0,0 0,0 0,0 0,0 0,0 0,0 0,0 1,0-1,0 0,0 0,0 0,0 0,0 0,0 0,0 1,0-1,0 0,0 0,0 0,0 0,0 0,0 0,0 1,0-1,0 0,0 0,0 0,0 0,0 0,0 0,0 0,0 1,-1-1,1 0,0 0,0 0,49-38,474-422,75-18,-593 474,61-46,1 2,5 3,-19 22,-30 22,-22 2,-1-1,1 1,-1-1,1 1,-1-1,0 1,1-1,-1 1,1-1,-1 1,0-1,0 1,1 0,-1-1,0 1,0 0,0-1,0 1,0-1,0 1,0 0,0-1,0 1,0 0,0-1,0 1,0 0,0-1,-1 1,1 0,0-1,0 1,-1-1,-7 19,0 0,-2-1,0 0,-1-1,-1 0,0-1,-5 4,-21 30,-221 317,-127 256,296-464,82-133,8-26,0 1,0-1,0 0,0 0,0 1,0-1,0 0,0 0,0 0,1 1,-1-1,0 0,0 0,0 0,0 0,0 1,1-1,-1 0,0 0,0 0,0 0,1 0,-1 0,0 0,0 0,1 1,-1-1,0 0,0 0,0 0,1 0,-1 0,0 0,0 0,1 0,-1 0,0-1,0 1,0 0,1 0,-1 0,0 0,0 0,1 0,-1 0,0 0,0-1,0 1,0 0,1 0,5-4,0 0,0-1,0 0,0 0,-1 0,2-3,347-387,-185 204,633-751,-709 819,52-95,-96 125,-48 89,1 1,-1-1,0 1,0-1,0 1,0-1,-1 1,1-1,-1 0,0-1,0 5,0 0,0 0,0-1,0 1,-1 0,1 0,0-1,0 1,0 0,0 0,0-1,-1 1,1 0,0 0,0 0,0 0,-1-1,1 1,0 0,0 0,-1 0,1 0,0 0,0-1,-1 1,1 0,0 0,-1 0,1 0,0 0,0 0,-1 0,1 0,0 0,0 0,-1 0,1 0,0 1,-21 10,-53 49,-63 66,48-41,-468 460,401-375,7 8,-41 73,153-196,2 1,-2 9,23-36,1 0,2 1,0 0,2 0,-1 13,-2 14,-3-1,-2 0,-2-1,-6 6,-43 134,57-181,4-24,-1-39,7 43,-23-381,12 134,-49-783,60 1010,1 13,0 1,-1 0,0-1,-1 1,0 0,-1 0,0 0,-1 1,-3-7,6 17,1 0,0 1,0-1,-1 0,1 1,0-1,-1 1,1-1,0 1,-1-1,1 1,-1-1,1 1,-1-1,1 1,-1-1,0 1,1 0,-1 0,1-1,-1 1,0 0,1 0,-1-1,0 1,1 0,-1 0,0 0,1 0,-1 0,0 0,1 0,-1 0,0 0,1 1,-1-1,0 0,1 0,-1 1,1-1,-1 0,0 0,1 1,-1-1,1 1,-1-1,1 1,-21 29,-1 20,2 0,2 2,0 7,-37 168,44-182,-133 639,68-317,72-347,-18 77,5 2,4 0,3 22,10-115,0 1,0-1,0 1,1-1,0 1,0-1,1 3,-1-7,0 0,0 0,0-1,0 1,0 0,0-1,0 1,0-1,1 1,-1-1,1 0,-1 0,1 1,-1-1,1 0,0 0,0-1,-1 1,1 0,0-1,0 1,0-1,0 1,0-1,1 0,11 2,1-2,0 0,0 0,-1-2,1 0,0 0,-1-1,0-1,0-1,0 0,0 0,-1-2,0 1,0-2,0 0,-1 0,-1-1,1-1,-1 0,0-1,21-23,0-1,-3-2,-1 0,-1-2,13-29,-15 23,-3-2,-1-1,-2 0,-3-1,-2-1,-2-1,0-10,-8 26,-8 30,-5 12,-9 18,-90 162,8 5,8 4,9 4,-25 105,45-105,0 35,44-148,4 2,4-1,3 2,5 0,3-80,-1 14,2-1,0 1,5 21,-5-41,-1 0,1 0,0 0,0 0,0 0,1-1,-1 1,1 0,0-1,0 1,0-1,0 0,1 1,0-1,-1 0,1 0,0-1,0 1,1-1,-1 1,0-1,1 0,-1 0,1-1,2 2,-3-3,0 1,0-1,1 0,-1 0,0 0,0 0,0-1,0 1,1-1,-1 0,0 0,0 0,0 0,0 0,-1-1,3-1,44-36,-10-3,-1-2,-2-2,-2-1,-2-2,23-48,0-15,-4-2,4-30,-19 42,-4-1,-5-1,-4-2,-6 0,-3-1,-6-1,-4-41,-5 111,-3-1,0 2,-3-1,-1 0,-2 1,-1 1,-2 0,-2 1,-1 0,-1 1,-2 1,-2 0,-1 2,-1 0,-1 2,-2 1,-27-23,47 45,0 1,0 0,-1 0,0 1,0 0,0 0,0 1,-1 0,1 0,-1 0,-6 0,9 2,1 1,-1 1,0-1,1 0,-1 1,0 0,1 0,-1 1,1-1,0 1,-1 0,1 0,0 0,0 1,0-1,1 1,-1 0,1 0,-1 0,1 1,-1 0,-70 81,4 3,3 3,-10 26,54-81,1 0,1 2,2 0,2 2,1 0,3 0,1 1,2 1,1 0,3 0,1 1,2 19,3 2,2-1,3 0,10 39,-10-74,1 1,2-1,1 0,1-1,2 0,0-1,2 0,16 23,-24-40,1-1,0 1,1-1,0 0,0-1,0 0,1 0,0-1,1 0,-1 0,1-1,0-1,1 0,-1 0,2 0,2-1,-1-1,1 0,0-1,0-1,0 0,-1-1,1 0,0-1,0-1,-1 0,2-1,18-8,-1-1,0-1,0-2,-2-1,0-1,-1-2,-1-1,0-1,0-4,19-19,-1-3,-3-1,-2-2,-2-2,-3-2,-2-1,-3-1,2-11,-1-4,-4-2,-3-2,-3 0,-4-1,-3-1,2-45,-13 83,-2 0,-1 0,-4-27,1 52,0 1,0-1,-1 1,-1 0,-1 0,0 0,0 0,-1 1,-1 0,0 0,-6-6,10 14,-1 1,1 0,-1 0,0 0,0 0,-1 1,1-1,-1 1,1 0,-1 1,0-1,0 1,0 0,0 0,-1 0,1 1,-1 0,1 0,-2 0,-1 1,-1 1,1-1,0 1,-1 1,1 0,0 0,0 1,0-1,0 2,0-1,-5 5,-18 11,1 3,2 0,0 2,1 1,-7 9,28-27,-75 76,4 3,4 4,4 3,3 3,4 6,46-75,2 1,1 0,2 1,1 1,1-1,1 2,1-1,0 22,6-40,0 1,2 0,-1 0,2 0,0-1,0 1,1-1,0 1,1-1,2 3,-2-7,1 1,0 0,0-1,1 0,0-1,1 1,-1-1,1 0,1-1,-1 1,1-1,0-1,1 0,2 2,-1-2,1 0,-1 0,0-1,1 0,0-1,0 0,0-1,1 0,-1-1,0 0,1-1,-1 0,0 0,1-2,7-1,-5-1,0 0,0-1,-1-1,0 0,0-1,0 0,-1-1,0-1,0 0,-1 0,9-11,17-19,-3-1,-1-2,-2-2,-2 0,-2-2,-1-1,-3-1,-2-2,7-23,-2-2,-4 0,-4-2,-3 0,-2-9,-11 74,3-30,0-40,-4 71,-2 0,1 1,-1-1,-1 1,0-1,-1 1,0-1,0 1,-1 0,-1 0,4 8,1 1,-1-1,0 0,0 1,0-1,0 1,0-1,-1 1,1 0,0 0,-1-1,1 1,-1 0,1 0,-1 0,1 0,-1 1,0-1,1 0,-1 1,0-1,0 1,0-1,0 1,0 0,-1 1,0-1,0 1,1-1,-1 1,0 0,1 0,-1 0,0 1,1-1,0 1,-1-1,1 1,-1 1,-9 8,0 0,1 1,0 1,1 0,0 1,-40 62,4 1,2 3,5 2,2 1,5 2,3 1,4 1,4 1,4 1,4 1,-1 67,13-143,-1 0,2 0,-1 0,2 1,0-1,1 0,1 6,-3-19,0 0,0 0,0-1,0 1,0 0,1-1,-1 1,0 0,0 0,0-1,1 1,-1 0,0-1,1 1,-1-1,1 1,-1 0,0-1,1 1,-1-1,1 1,0-1,-1 0,1 1,-1-1,1 1,0-1,-1 0,1 1,0-1,-1 0,1 0,0 0,-1 0,1 1,0-1,0 0,-1 0,1 0,0-1,-1 1,1 0,0 0,0 0,-1 0,1-1,0 1,-1 0,1-1,0 1,-1 0,1-1,-1 1,1-1,-1 1,1-1,-1 1,1-1,27-34,9-22,-2-2,-4-2,-2 0,-2-2,-4-1,-2-1,-3-1,9-67,-24 111,-1 1,-2-1,0 0,-1 0,0 0,-2 0,-1 1,-5-16,7 29,-1 0,0 0,0 0,-1 0,0 1,0 0,-1 0,0 0,0 0,-1 1,0 0,0 0,0 0,-1 1,1 0,-1 0,-1 1,1 0,-1 0,1 0,-1 1,0 1,-7-3,-6 2,0 0,0 2,1 0,-1 2,0 0,0 1,0 1,1 1,0 1,-19 6,-33 15,2 2,-21 14,71-32,-145 70,2 8,-37 33,185-111,1 0,0 0,0 2,1-1,0 2,1 0,1 0,-9 14,64-83,49-90,-7-4,-6-3,0-21,-40 77,-4-2,-5-2,-4-1,-4 0,5-76,-25 155,0 0,-2 1,-1-1,-1 0,-1 0,-3-11,5 32,-1 0,1 0,-1 0,1 0,-1 0,0 1,1-1,-1 0,0 0,0 1,0-1,-1 1,1-1,0 1,-1-1,0 0,1 2,1 0,-1 0,0-1,0 1,0 0,1 0,-1 0,0 0,0 0,0 0,1 0,-1 0,0 0,0 0,0 0,1 0,-1 1,0-1,0 0,0 1,1-1,-1 1,0-1,1 0,-1 1,-5 4,0 1,1-1,0 1,0 0,1 0,0 1,-1 2,-161 299,70-120,-1-7,8 4,-9 44,91-207,0 0,1 1,1-1,1 1,2 0,0 0,1 0,1 0,3 12,-5-1,0 19,3-51,-1-1,0 0,0 1,1-1,-1 1,1-1,-1 0,1 0,0 1,-1-1,1 0,0 0,0 0,0 1,0-1,0 0,0 0,0-1,0 1,0 0,1 0,-1 0,0-1,0 1,1-1,-1 1,0-1,1 1,-1-1,2 0,10 0,1-1,-1 0,1-1,-1-1,0 0,1 0,-1-2,-1 1,1-2,-1 0,7-4,61-32,-3-3,-1-3,-2-4,57-53,252-256,-328 310,-39 43,-12 16,-15 29,10-33,-126 310,-78 123,131-286,-7-3,-33 37,104-172,10-19,20-36,-2 9,-31 66,-598 1493,563-1383,48-140,-1 0,0-1,0 1,0 0,-1-1,1 1,0-1,-1 0,0 1,1-1,-1 0,0 0,0 0,0 0,-1 0,1 0,0-1,-1 1,0 0,-1-2,1 1,-1-1,1 1,-1-1,1 0,-1 0,0-1,1 1,-1-1,1 0,-1 0,1 0,0 0,-1 0,0-1,-71-28,-6-2,-1 3,-10 1,-96-12,-177-14,615 36,-200 13,-1-2,1-3,-2-1,1-3,12-7,15-9,-1-4,61-37,-58 28,3 3,2 4,1 4,1 4,1 3,2 4,44-3,303-30,2 20,87 18,-348 15,0-9,163-29,-277 27,0-2,-1-3,-1-2,0-3,-2-3,0-2,-2-3,-2-2,43-33,39-33,-112 81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6-13T18:52:23.215"/>
    </inkml:context>
    <inkml:brush xml:id="br0">
      <inkml:brushProperty name="width" value="0.35" units="cm"/>
      <inkml:brushProperty name="height" value="0.35" units="cm"/>
      <inkml:brushProperty name="ignorePressure" value="1"/>
    </inkml:brush>
  </inkml:definitions>
  <inkml:trace contextRef="#ctx0" brushRef="#br0">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D12DC8-8AA1-41ED-B665-2722152895CC}" type="datetimeFigureOut">
              <a:rPr lang="en-US" smtClean="0"/>
              <a:t>12/4/2019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107DD9-8132-48B1-8A0A-813548D3E9C2}" type="slidenum">
              <a:rPr lang="en-US" smtClean="0"/>
              <a:t>‹#›</a:t>
            </a:fld>
            <a:endParaRPr lang="en-US"/>
          </a:p>
        </p:txBody>
      </p:sp>
    </p:spTree>
    <p:extLst>
      <p:ext uri="{BB962C8B-B14F-4D97-AF65-F5344CB8AC3E}">
        <p14:creationId xmlns:p14="http://schemas.microsoft.com/office/powerpoint/2010/main" val="4072296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Cyber Security such a big deal today? Because they are Global in nature and increasing in severity every year. </a:t>
            </a:r>
          </a:p>
        </p:txBody>
      </p:sp>
      <p:sp>
        <p:nvSpPr>
          <p:cNvPr id="4" name="Slide Number Placeholder 3"/>
          <p:cNvSpPr>
            <a:spLocks noGrp="1"/>
          </p:cNvSpPr>
          <p:nvPr>
            <p:ph type="sldNum" sz="quarter" idx="5"/>
          </p:nvPr>
        </p:nvSpPr>
        <p:spPr/>
        <p:txBody>
          <a:bodyPr/>
          <a:lstStyle/>
          <a:p>
            <a:fld id="{98107DD9-8132-48B1-8A0A-813548D3E9C2}" type="slidenum">
              <a:rPr lang="en-US" smtClean="0"/>
              <a:t>1</a:t>
            </a:fld>
            <a:endParaRPr lang="en-US"/>
          </a:p>
        </p:txBody>
      </p:sp>
    </p:spTree>
    <p:extLst>
      <p:ext uri="{BB962C8B-B14F-4D97-AF65-F5344CB8AC3E}">
        <p14:creationId xmlns:p14="http://schemas.microsoft.com/office/powerpoint/2010/main" val="4184854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GMS Racing, We have Layers of security, a </a:t>
            </a:r>
            <a:r>
              <a:rPr lang="en-US" dirty="0" err="1"/>
              <a:t>Fireall</a:t>
            </a:r>
            <a:r>
              <a:rPr lang="en-US" dirty="0"/>
              <a:t>, Anti-Virus, Limit admin rights, Email Protection, Backup Systems, and segregated networks. We should think that we are safe, we can’t get attacked, but the days of set it and forget it are over. Hackers realized that there is a cheaper more effective style of attack, going after Humans. </a:t>
            </a:r>
          </a:p>
        </p:txBody>
      </p:sp>
      <p:sp>
        <p:nvSpPr>
          <p:cNvPr id="4" name="Slide Number Placeholder 3"/>
          <p:cNvSpPr>
            <a:spLocks noGrp="1"/>
          </p:cNvSpPr>
          <p:nvPr>
            <p:ph type="sldNum" sz="quarter" idx="5"/>
          </p:nvPr>
        </p:nvSpPr>
        <p:spPr/>
        <p:txBody>
          <a:bodyPr/>
          <a:lstStyle/>
          <a:p>
            <a:fld id="{98107DD9-8132-48B1-8A0A-813548D3E9C2}" type="slidenum">
              <a:rPr lang="en-US" smtClean="0"/>
              <a:t>9</a:t>
            </a:fld>
            <a:endParaRPr lang="en-US"/>
          </a:p>
        </p:txBody>
      </p:sp>
    </p:spTree>
    <p:extLst>
      <p:ext uri="{BB962C8B-B14F-4D97-AF65-F5344CB8AC3E}">
        <p14:creationId xmlns:p14="http://schemas.microsoft.com/office/powerpoint/2010/main" val="1873809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MyTechPro and I will be rolling out Multi-Factor Authentication for everyone at GMS Racing with an Email. This prevent unauthorized users from logging into your account unless they have a code that is texted to your phone. </a:t>
            </a:r>
          </a:p>
        </p:txBody>
      </p:sp>
      <p:sp>
        <p:nvSpPr>
          <p:cNvPr id="4" name="Slide Number Placeholder 3"/>
          <p:cNvSpPr>
            <a:spLocks noGrp="1"/>
          </p:cNvSpPr>
          <p:nvPr>
            <p:ph type="sldNum" sz="quarter" idx="5"/>
          </p:nvPr>
        </p:nvSpPr>
        <p:spPr/>
        <p:txBody>
          <a:bodyPr/>
          <a:lstStyle/>
          <a:p>
            <a:fld id="{98107DD9-8132-48B1-8A0A-813548D3E9C2}" type="slidenum">
              <a:rPr lang="en-US" smtClean="0"/>
              <a:t>29</a:t>
            </a:fld>
            <a:endParaRPr lang="en-US"/>
          </a:p>
        </p:txBody>
      </p:sp>
    </p:spTree>
    <p:extLst>
      <p:ext uri="{BB962C8B-B14F-4D97-AF65-F5344CB8AC3E}">
        <p14:creationId xmlns:p14="http://schemas.microsoft.com/office/powerpoint/2010/main" val="877453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MyTechPro is in the process of rolling out DNS Protection to add another protective layer in preventing users from accidentally accessing dangerous websites. </a:t>
            </a:r>
          </a:p>
        </p:txBody>
      </p:sp>
      <p:sp>
        <p:nvSpPr>
          <p:cNvPr id="4" name="Slide Number Placeholder 3"/>
          <p:cNvSpPr>
            <a:spLocks noGrp="1"/>
          </p:cNvSpPr>
          <p:nvPr>
            <p:ph type="sldNum" sz="quarter" idx="5"/>
          </p:nvPr>
        </p:nvSpPr>
        <p:spPr/>
        <p:txBody>
          <a:bodyPr/>
          <a:lstStyle/>
          <a:p>
            <a:fld id="{98107DD9-8132-48B1-8A0A-813548D3E9C2}" type="slidenum">
              <a:rPr lang="en-US" smtClean="0"/>
              <a:t>32</a:t>
            </a:fld>
            <a:endParaRPr lang="en-US"/>
          </a:p>
        </p:txBody>
      </p:sp>
    </p:spTree>
    <p:extLst>
      <p:ext uri="{BB962C8B-B14F-4D97-AF65-F5344CB8AC3E}">
        <p14:creationId xmlns:p14="http://schemas.microsoft.com/office/powerpoint/2010/main" val="3165695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a site says it has HTTPs and it’s secure doesn’t mean it isn’t always malicious. </a:t>
            </a:r>
          </a:p>
        </p:txBody>
      </p:sp>
      <p:sp>
        <p:nvSpPr>
          <p:cNvPr id="4" name="Slide Number Placeholder 3"/>
          <p:cNvSpPr>
            <a:spLocks noGrp="1"/>
          </p:cNvSpPr>
          <p:nvPr>
            <p:ph type="sldNum" sz="quarter" idx="5"/>
          </p:nvPr>
        </p:nvSpPr>
        <p:spPr/>
        <p:txBody>
          <a:bodyPr/>
          <a:lstStyle/>
          <a:p>
            <a:fld id="{98107DD9-8132-48B1-8A0A-813548D3E9C2}" type="slidenum">
              <a:rPr lang="en-US" smtClean="0"/>
              <a:t>35</a:t>
            </a:fld>
            <a:endParaRPr lang="en-US"/>
          </a:p>
        </p:txBody>
      </p:sp>
    </p:spTree>
    <p:extLst>
      <p:ext uri="{BB962C8B-B14F-4D97-AF65-F5344CB8AC3E}">
        <p14:creationId xmlns:p14="http://schemas.microsoft.com/office/powerpoint/2010/main" val="2726187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the website had HTTPS and said Microsoft.com it wasn’t even associated with Microsoft.com this is how hackers try to trick you into going to their bad websites.</a:t>
            </a:r>
          </a:p>
        </p:txBody>
      </p:sp>
      <p:sp>
        <p:nvSpPr>
          <p:cNvPr id="4" name="Slide Number Placeholder 3"/>
          <p:cNvSpPr>
            <a:spLocks noGrp="1"/>
          </p:cNvSpPr>
          <p:nvPr>
            <p:ph type="sldNum" sz="quarter" idx="5"/>
          </p:nvPr>
        </p:nvSpPr>
        <p:spPr/>
        <p:txBody>
          <a:bodyPr/>
          <a:lstStyle/>
          <a:p>
            <a:fld id="{98107DD9-8132-48B1-8A0A-813548D3E9C2}" type="slidenum">
              <a:rPr lang="en-US" smtClean="0"/>
              <a:t>36</a:t>
            </a:fld>
            <a:endParaRPr lang="en-US"/>
          </a:p>
        </p:txBody>
      </p:sp>
    </p:spTree>
    <p:extLst>
      <p:ext uri="{BB962C8B-B14F-4D97-AF65-F5344CB8AC3E}">
        <p14:creationId xmlns:p14="http://schemas.microsoft.com/office/powerpoint/2010/main" val="4173246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main reasons we limit admin rights to users is to help prevent ransomware for executing on the machine. </a:t>
            </a:r>
          </a:p>
        </p:txBody>
      </p:sp>
      <p:sp>
        <p:nvSpPr>
          <p:cNvPr id="4" name="Slide Number Placeholder 3"/>
          <p:cNvSpPr>
            <a:spLocks noGrp="1"/>
          </p:cNvSpPr>
          <p:nvPr>
            <p:ph type="sldNum" sz="quarter" idx="5"/>
          </p:nvPr>
        </p:nvSpPr>
        <p:spPr/>
        <p:txBody>
          <a:bodyPr/>
          <a:lstStyle/>
          <a:p>
            <a:fld id="{98107DD9-8132-48B1-8A0A-813548D3E9C2}" type="slidenum">
              <a:rPr lang="en-US" smtClean="0"/>
              <a:t>37</a:t>
            </a:fld>
            <a:endParaRPr lang="en-US"/>
          </a:p>
        </p:txBody>
      </p:sp>
    </p:spTree>
    <p:extLst>
      <p:ext uri="{BB962C8B-B14F-4D97-AF65-F5344CB8AC3E}">
        <p14:creationId xmlns:p14="http://schemas.microsoft.com/office/powerpoint/2010/main" val="3152865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Locking your workstations is extremely Important. At any company, it only takes one disgruntled employee to copy confidential data onto a flash drive. At MyTechPro, Bill McNamara will change your background if you’re caught leaving a workstation unlocked.</a:t>
            </a:r>
          </a:p>
        </p:txBody>
      </p:sp>
      <p:sp>
        <p:nvSpPr>
          <p:cNvPr id="4" name="Slide Number Placeholder 3"/>
          <p:cNvSpPr>
            <a:spLocks noGrp="1"/>
          </p:cNvSpPr>
          <p:nvPr>
            <p:ph type="sldNum" sz="quarter" idx="5"/>
          </p:nvPr>
        </p:nvSpPr>
        <p:spPr/>
        <p:txBody>
          <a:bodyPr/>
          <a:lstStyle/>
          <a:p>
            <a:fld id="{98107DD9-8132-48B1-8A0A-813548D3E9C2}" type="slidenum">
              <a:rPr lang="en-US" smtClean="0"/>
              <a:t>42</a:t>
            </a:fld>
            <a:endParaRPr lang="en-US"/>
          </a:p>
        </p:txBody>
      </p:sp>
    </p:spTree>
    <p:extLst>
      <p:ext uri="{BB962C8B-B14F-4D97-AF65-F5344CB8AC3E}">
        <p14:creationId xmlns:p14="http://schemas.microsoft.com/office/powerpoint/2010/main" val="428302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4BF84-9194-451C-B86F-FB1E2E8BCC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9C368D-EC6E-4BB7-8BA5-0F2034A50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1DD89D-1B0D-4869-8FBD-987506E2E791}"/>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5" name="Footer Placeholder 4">
            <a:extLst>
              <a:ext uri="{FF2B5EF4-FFF2-40B4-BE49-F238E27FC236}">
                <a16:creationId xmlns:a16="http://schemas.microsoft.com/office/drawing/2014/main" id="{01585055-01F8-4E6E-AA8D-894703ADDA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A06286-D8C9-43B7-9315-2F0BD8FA0D7B}"/>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2739105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2389-664E-4806-BD08-BC4ADADAC6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8FE118-6B06-4EF9-8211-5AD6709246C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FDC40-0CDD-45DE-8B00-7EDDA7F786BA}"/>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5" name="Footer Placeholder 4">
            <a:extLst>
              <a:ext uri="{FF2B5EF4-FFF2-40B4-BE49-F238E27FC236}">
                <a16:creationId xmlns:a16="http://schemas.microsoft.com/office/drawing/2014/main" id="{7B76B67B-82D4-4A95-86A0-57E3CBAB9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189264-07BE-48CF-99E9-F41D1AFB3AF3}"/>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3615326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F5A0A-4BA8-46F2-B284-38BD8600C4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09A1DC-2D35-46DA-9E8A-E9AD1616C3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A8BB8-1F97-4BE0-BC89-99AD0B46536B}"/>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5" name="Footer Placeholder 4">
            <a:extLst>
              <a:ext uri="{FF2B5EF4-FFF2-40B4-BE49-F238E27FC236}">
                <a16:creationId xmlns:a16="http://schemas.microsoft.com/office/drawing/2014/main" id="{4B3C1A8C-C7E3-424F-9801-80514A768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DC691-85FF-48B0-8E8A-89A1C13A84AE}"/>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4161242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002C-4A7C-40F6-A8B9-B8707D5BEA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41F4F1-48BC-4C68-9314-6311572107A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E23C98-0FE4-4AF9-8750-AFE41C7DF05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CCE574-DBCE-4D1C-9AFE-B845F569A300}"/>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6" name="Footer Placeholder 5">
            <a:extLst>
              <a:ext uri="{FF2B5EF4-FFF2-40B4-BE49-F238E27FC236}">
                <a16:creationId xmlns:a16="http://schemas.microsoft.com/office/drawing/2014/main" id="{76ADC210-26D7-479E-9547-7B780046E0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1A7732-36B0-4B9E-9B19-92494F91C54E}"/>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23274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CE544-58EB-4ECD-ABA3-E9303A2093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17F945-8782-4E00-B3F0-59C11CF3B2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68480B-844B-4008-BF67-820AAED665E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865BC1-2E23-420B-9BE3-011FE7C5D6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6351D25-961E-4CB1-B872-3BEB77A1C9F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6D3724-C87F-445B-BB9D-10EA48410915}"/>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8" name="Footer Placeholder 7">
            <a:extLst>
              <a:ext uri="{FF2B5EF4-FFF2-40B4-BE49-F238E27FC236}">
                <a16:creationId xmlns:a16="http://schemas.microsoft.com/office/drawing/2014/main" id="{D2F60B2B-C730-4F5E-98EA-3E8EF6C39D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A1D5CA-96D7-49A1-AFDC-B1068ED4197D}"/>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1917667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DCA2D-034E-47EA-9FC6-F26AD3AE09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A8F083-3212-42EA-A366-39B7BFA9CDA1}"/>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4" name="Footer Placeholder 3">
            <a:extLst>
              <a:ext uri="{FF2B5EF4-FFF2-40B4-BE49-F238E27FC236}">
                <a16:creationId xmlns:a16="http://schemas.microsoft.com/office/drawing/2014/main" id="{73095D23-3F3C-4CD8-B653-14C84E294E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081C9A-4C22-4761-93C8-01714AB9A74C}"/>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266277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3B2364-26C4-4B27-82E2-3B676EEF17C3}"/>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3" name="Footer Placeholder 2">
            <a:extLst>
              <a:ext uri="{FF2B5EF4-FFF2-40B4-BE49-F238E27FC236}">
                <a16:creationId xmlns:a16="http://schemas.microsoft.com/office/drawing/2014/main" id="{A32888C1-D102-4707-98DD-58D6E8FF76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2F43F3-9E5A-45DA-A65F-1AB49D613C33}"/>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1021054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DE969-20BA-482C-A240-6F7871AF87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14FE0B-2562-4518-8987-DE6F76507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770513-A6C4-4D1F-BE8C-5907FA2CC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09BF935-81A5-4F57-9442-0E11367EA986}"/>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6" name="Footer Placeholder 5">
            <a:extLst>
              <a:ext uri="{FF2B5EF4-FFF2-40B4-BE49-F238E27FC236}">
                <a16:creationId xmlns:a16="http://schemas.microsoft.com/office/drawing/2014/main" id="{52B23A1C-61DE-4CF9-BF9E-6C9AC3456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FE5BD3-4AC3-455E-BDBA-397D197B2477}"/>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265449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41740-91A8-4D98-A0A5-F3689113F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5EC4A9-BAC7-4A1F-A33E-FD35782B40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7E92D0-B14B-4B93-ACC3-047D39D2FE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6478402-E1E2-4B41-9DB6-01C2D9E498D3}"/>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6" name="Footer Placeholder 5">
            <a:extLst>
              <a:ext uri="{FF2B5EF4-FFF2-40B4-BE49-F238E27FC236}">
                <a16:creationId xmlns:a16="http://schemas.microsoft.com/office/drawing/2014/main" id="{952A0E60-206D-4519-9206-1C5319AAE1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4F85C2-D066-4EB0-9234-2DC72C63678F}"/>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2525917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51B95-70D9-4D54-9A74-DDEF53E5F4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FDB3FF-7599-4B2D-8A6A-ED599374B38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3A24B-4C9F-47CA-B466-E81F525FEF81}"/>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5" name="Footer Placeholder 4">
            <a:extLst>
              <a:ext uri="{FF2B5EF4-FFF2-40B4-BE49-F238E27FC236}">
                <a16:creationId xmlns:a16="http://schemas.microsoft.com/office/drawing/2014/main" id="{231A0798-DCBB-4CCE-8F4C-54948F227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32BB58-C741-44C9-AF88-011B41647117}"/>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1298613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2B699B-49E8-4A2B-ADC9-08D473075E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97D337-ED3A-43F4-9D8F-7A62452331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646596-F1FB-406B-A66E-3BE92B533601}"/>
              </a:ext>
            </a:extLst>
          </p:cNvPr>
          <p:cNvSpPr>
            <a:spLocks noGrp="1"/>
          </p:cNvSpPr>
          <p:nvPr>
            <p:ph type="dt" sz="half" idx="10"/>
          </p:nvPr>
        </p:nvSpPr>
        <p:spPr/>
        <p:txBody>
          <a:bodyPr/>
          <a:lstStyle/>
          <a:p>
            <a:fld id="{F202C4B5-6101-4D87-ABFD-A88E84E952E9}" type="datetimeFigureOut">
              <a:rPr lang="en-US" smtClean="0"/>
              <a:t>12/4/2019</a:t>
            </a:fld>
            <a:endParaRPr lang="en-US"/>
          </a:p>
        </p:txBody>
      </p:sp>
      <p:sp>
        <p:nvSpPr>
          <p:cNvPr id="5" name="Footer Placeholder 4">
            <a:extLst>
              <a:ext uri="{FF2B5EF4-FFF2-40B4-BE49-F238E27FC236}">
                <a16:creationId xmlns:a16="http://schemas.microsoft.com/office/drawing/2014/main" id="{D5E067F6-6435-4F46-BAE4-737C80F17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AB436-21A4-4D10-8965-90788D93A7B1}"/>
              </a:ext>
            </a:extLst>
          </p:cNvPr>
          <p:cNvSpPr>
            <a:spLocks noGrp="1"/>
          </p:cNvSpPr>
          <p:nvPr>
            <p:ph type="sldNum" sz="quarter" idx="12"/>
          </p:nvPr>
        </p:nvSpPr>
        <p:spPr/>
        <p:txBody>
          <a:bodyPr/>
          <a:lstStyle/>
          <a:p>
            <a:fld id="{B9C6499C-B5BD-40EA-A61F-5F76B430E11A}" type="slidenum">
              <a:rPr lang="en-US" smtClean="0"/>
              <a:t>‹#›</a:t>
            </a:fld>
            <a:endParaRPr lang="en-US"/>
          </a:p>
        </p:txBody>
      </p:sp>
    </p:spTree>
    <p:extLst>
      <p:ext uri="{BB962C8B-B14F-4D97-AF65-F5344CB8AC3E}">
        <p14:creationId xmlns:p14="http://schemas.microsoft.com/office/powerpoint/2010/main" val="595944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8AB251-7705-4108-8A4C-E6D1E0C169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4C954B-BDCE-420B-A2F6-F5453A09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A9F814-221A-45E0-B752-BD67E1ECD8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02C4B5-6101-4D87-ABFD-A88E84E952E9}" type="datetimeFigureOut">
              <a:rPr lang="en-US" smtClean="0"/>
              <a:t>12/4/2019</a:t>
            </a:fld>
            <a:endParaRPr lang="en-US"/>
          </a:p>
        </p:txBody>
      </p:sp>
      <p:sp>
        <p:nvSpPr>
          <p:cNvPr id="5" name="Footer Placeholder 4">
            <a:extLst>
              <a:ext uri="{FF2B5EF4-FFF2-40B4-BE49-F238E27FC236}">
                <a16:creationId xmlns:a16="http://schemas.microsoft.com/office/drawing/2014/main" id="{05238F34-F5E2-445B-BD2B-6222737E8E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17023C-E8FB-44C8-B58F-CDF9E009F1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C6499C-B5BD-40EA-A61F-5F76B430E11A}" type="slidenum">
              <a:rPr lang="en-US" smtClean="0"/>
              <a:t>‹#›</a:t>
            </a:fld>
            <a:endParaRPr lang="en-US"/>
          </a:p>
        </p:txBody>
      </p:sp>
    </p:spTree>
    <p:extLst>
      <p:ext uri="{BB962C8B-B14F-4D97-AF65-F5344CB8AC3E}">
        <p14:creationId xmlns:p14="http://schemas.microsoft.com/office/powerpoint/2010/main" val="3582799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jpg"/><Relationship Id="rId7" Type="http://schemas.openxmlformats.org/officeDocument/2006/relationships/customXml" Target="../ink/ink1.xml"/><Relationship Id="rId2" Type="http://schemas.openxmlformats.org/officeDocument/2006/relationships/slideLayout" Target="../slideLayouts/slideLayout2.xml"/><Relationship Id="rId1" Type="http://schemas.openxmlformats.org/officeDocument/2006/relationships/video" Target="https://www.youtube.com/embed/4gR562GW7TI" TargetMode="Externa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6.png"/><Relationship Id="rId4" Type="http://schemas.openxmlformats.org/officeDocument/2006/relationships/image" Target="../media/image22.jpg"/><Relationship Id="rId9" Type="http://schemas.openxmlformats.org/officeDocument/2006/relationships/customXml" Target="../ink/ink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39.JP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slideLayout" Target="../slideLayouts/slideLayout2.xml"/><Relationship Id="rId1" Type="http://schemas.openxmlformats.org/officeDocument/2006/relationships/video" Target="https://www.youtube.com/embed/fZc2oXfz9Qs?start=4" TargetMode="Externa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comments" Target="../comments/comment3.xml"/><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8.xml.rels><?xml version="1.0" encoding="UTF-8" standalone="yes"?>
<Relationships xmlns="http://schemas.openxmlformats.org/package/2006/relationships"><Relationship Id="rId8" Type="http://schemas.openxmlformats.org/officeDocument/2006/relationships/comments" Target="../comments/comment4.xml"/><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2.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3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comments" Target="../comments/comment6.xml"/></Relationships>
</file>

<file path=ppt/slides/_rels/slide3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slideLayout" Target="../slideLayouts/slideLayout2.xml"/><Relationship Id="rId1" Type="http://schemas.openxmlformats.org/officeDocument/2006/relationships/video" Target="https://www.youtube.com/embed/IEAtGCkbq5Y?start=4" TargetMode="External"/><Relationship Id="rId6" Type="http://schemas.openxmlformats.org/officeDocument/2006/relationships/image" Target="../media/image93.jpg"/><Relationship Id="rId5" Type="http://schemas.openxmlformats.org/officeDocument/2006/relationships/image" Target="../media/image92.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2.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JPG"/><Relationship Id="rId7" Type="http://schemas.openxmlformats.org/officeDocument/2006/relationships/diagramColors" Target="../diagrams/colors1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16.svg"/></Relationships>
</file>

<file path=ppt/slides/_rels/slide5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comments" Target="../comments/comment7.xml"/></Relationships>
</file>

<file path=ppt/slides/_rels/slide5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21.svg"/></Relationships>
</file>

<file path=ppt/slides/_rels/slide5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25.sv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6.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16.svg"/></Relationships>
</file>

<file path=ppt/slides/_rels/slide60.xml.rels><?xml version="1.0" encoding="UTF-8" standalone="yes"?>
<Relationships xmlns="http://schemas.openxmlformats.org/package/2006/relationships"><Relationship Id="rId2" Type="http://schemas.openxmlformats.org/officeDocument/2006/relationships/image" Target="../media/image127.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person, sport, holding&#10;&#10;Description generated with high confidence">
            <a:extLst>
              <a:ext uri="{FF2B5EF4-FFF2-40B4-BE49-F238E27FC236}">
                <a16:creationId xmlns:a16="http://schemas.microsoft.com/office/drawing/2014/main" id="{D186089D-460F-42C5-B4E5-26D39ACED3BC}"/>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t="3017"/>
          <a:stretch/>
        </p:blipFill>
        <p:spPr>
          <a:xfrm>
            <a:off x="20" y="0"/>
            <a:ext cx="12191980" cy="6857999"/>
          </a:xfrm>
          <a:prstGeom prst="rect">
            <a:avLst/>
          </a:prstGeom>
        </p:spPr>
      </p:pic>
      <p:sp>
        <p:nvSpPr>
          <p:cNvPr id="2" name="Title 1">
            <a:extLst>
              <a:ext uri="{FF2B5EF4-FFF2-40B4-BE49-F238E27FC236}">
                <a16:creationId xmlns:a16="http://schemas.microsoft.com/office/drawing/2014/main" id="{4F572707-91E1-4667-8C3A-C8848B0CB5B6}"/>
              </a:ext>
            </a:extLst>
          </p:cNvPr>
          <p:cNvSpPr>
            <a:spLocks noGrp="1"/>
          </p:cNvSpPr>
          <p:nvPr>
            <p:ph type="title"/>
          </p:nvPr>
        </p:nvSpPr>
        <p:spPr>
          <a:xfrm>
            <a:off x="670113" y="1405526"/>
            <a:ext cx="3653903" cy="4386612"/>
          </a:xfrm>
        </p:spPr>
        <p:txBody>
          <a:bodyPr>
            <a:normAutofit/>
          </a:bodyPr>
          <a:lstStyle/>
          <a:p>
            <a:pPr algn="ctr"/>
            <a:r>
              <a:rPr lang="en-US" dirty="0">
                <a:solidFill>
                  <a:srgbClr val="FFFFFF"/>
                </a:solidFill>
              </a:rPr>
              <a:t>Cyber Security  and Awareness Training</a:t>
            </a:r>
          </a:p>
        </p:txBody>
      </p:sp>
      <p:cxnSp>
        <p:nvCxnSpPr>
          <p:cNvPr id="28" name="Straight Connector 27">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0582FA4-3095-4BC5-B898-34B3E85207EA}"/>
              </a:ext>
            </a:extLst>
          </p:cNvPr>
          <p:cNvSpPr>
            <a:spLocks noGrp="1"/>
          </p:cNvSpPr>
          <p:nvPr>
            <p:ph idx="1"/>
          </p:nvPr>
        </p:nvSpPr>
        <p:spPr>
          <a:xfrm>
            <a:off x="4086931" y="6286873"/>
            <a:ext cx="4018138" cy="432176"/>
          </a:xfrm>
        </p:spPr>
        <p:txBody>
          <a:bodyPr>
            <a:normAutofit/>
          </a:bodyPr>
          <a:lstStyle/>
          <a:p>
            <a:pPr marL="0" indent="0">
              <a:buNone/>
            </a:pPr>
            <a:r>
              <a:rPr lang="en-US" sz="2400" dirty="0"/>
              <a:t>Created by: Blake Pierantoni</a:t>
            </a:r>
          </a:p>
        </p:txBody>
      </p:sp>
    </p:spTree>
    <p:extLst>
      <p:ext uri="{BB962C8B-B14F-4D97-AF65-F5344CB8AC3E}">
        <p14:creationId xmlns:p14="http://schemas.microsoft.com/office/powerpoint/2010/main" val="33588616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387D8-C5DF-41F1-B39B-E531B446CD03}"/>
              </a:ext>
            </a:extLst>
          </p:cNvPr>
          <p:cNvSpPr>
            <a:spLocks noGrp="1"/>
          </p:cNvSpPr>
          <p:nvPr>
            <p:ph type="title"/>
          </p:nvPr>
        </p:nvSpPr>
        <p:spPr>
          <a:xfrm>
            <a:off x="838200" y="365125"/>
            <a:ext cx="10515600" cy="1325563"/>
          </a:xfrm>
        </p:spPr>
        <p:txBody>
          <a:bodyPr>
            <a:normAutofit/>
          </a:bodyPr>
          <a:lstStyle/>
          <a:p>
            <a:pPr algn="ctr"/>
            <a:r>
              <a:rPr lang="en-US"/>
              <a:t>Basic Terminology</a:t>
            </a:r>
            <a:endParaRPr lang="en-US" dirty="0"/>
          </a:p>
        </p:txBody>
      </p:sp>
      <p:graphicFrame>
        <p:nvGraphicFramePr>
          <p:cNvPr id="5" name="Content Placeholder 2">
            <a:extLst>
              <a:ext uri="{FF2B5EF4-FFF2-40B4-BE49-F238E27FC236}">
                <a16:creationId xmlns:a16="http://schemas.microsoft.com/office/drawing/2014/main" id="{E4FD500B-19E1-4E61-89FE-6A8806697E42}"/>
              </a:ext>
            </a:extLst>
          </p:cNvPr>
          <p:cNvGraphicFramePr>
            <a:graphicFrameLocks noGrp="1"/>
          </p:cNvGraphicFramePr>
          <p:nvPr>
            <p:ph idx="1"/>
            <p:extLst>
              <p:ext uri="{D42A27DB-BD31-4B8C-83A1-F6EECF244321}">
                <p14:modId xmlns:p14="http://schemas.microsoft.com/office/powerpoint/2010/main" val="315194118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377384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76FC09A-6611-4A76-8D7C-2183BEDC47AF}"/>
              </a:ext>
            </a:extLst>
          </p:cNvPr>
          <p:cNvSpPr>
            <a:spLocks noGrp="1"/>
          </p:cNvSpPr>
          <p:nvPr>
            <p:ph type="title"/>
          </p:nvPr>
        </p:nvSpPr>
        <p:spPr>
          <a:xfrm>
            <a:off x="833002" y="365125"/>
            <a:ext cx="10520702" cy="1325563"/>
          </a:xfrm>
        </p:spPr>
        <p:txBody>
          <a:bodyPr>
            <a:normAutofit/>
          </a:bodyPr>
          <a:lstStyle/>
          <a:p>
            <a:pPr algn="ctr"/>
            <a:r>
              <a:rPr lang="en-US" dirty="0"/>
              <a:t>Basic Terminology</a:t>
            </a:r>
            <a:br>
              <a:rPr lang="en-US" dirty="0"/>
            </a:br>
            <a:endParaRPr lang="en-US" dirty="0"/>
          </a:p>
        </p:txBody>
      </p:sp>
      <p:graphicFrame>
        <p:nvGraphicFramePr>
          <p:cNvPr id="5" name="Content Placeholder 2">
            <a:extLst>
              <a:ext uri="{FF2B5EF4-FFF2-40B4-BE49-F238E27FC236}">
                <a16:creationId xmlns:a16="http://schemas.microsoft.com/office/drawing/2014/main" id="{38E0A8C9-F8D4-463F-BF8E-59B8A09CB287}"/>
              </a:ext>
            </a:extLst>
          </p:cNvPr>
          <p:cNvGraphicFramePr>
            <a:graphicFrameLocks noGrp="1"/>
          </p:cNvGraphicFramePr>
          <p:nvPr>
            <p:ph idx="1"/>
            <p:extLst>
              <p:ext uri="{D42A27DB-BD31-4B8C-83A1-F6EECF244321}">
                <p14:modId xmlns:p14="http://schemas.microsoft.com/office/powerpoint/2010/main" val="808691543"/>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01518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D13A3A7-9B11-46B3-85C7-CB7834F1CCE7}"/>
              </a:ext>
            </a:extLst>
          </p:cNvPr>
          <p:cNvSpPr>
            <a:spLocks noGrp="1"/>
          </p:cNvSpPr>
          <p:nvPr>
            <p:ph type="title"/>
          </p:nvPr>
        </p:nvSpPr>
        <p:spPr>
          <a:xfrm>
            <a:off x="833002" y="365125"/>
            <a:ext cx="10520702" cy="1325563"/>
          </a:xfrm>
        </p:spPr>
        <p:txBody>
          <a:bodyPr>
            <a:normAutofit/>
          </a:bodyPr>
          <a:lstStyle/>
          <a:p>
            <a:pPr algn="ctr"/>
            <a:r>
              <a:rPr lang="en-US" dirty="0"/>
              <a:t>Data Breach and Cyber Attack Facts</a:t>
            </a:r>
          </a:p>
        </p:txBody>
      </p:sp>
      <p:sp>
        <p:nvSpPr>
          <p:cNvPr id="4" name="Footer Placeholder 3">
            <a:extLst>
              <a:ext uri="{FF2B5EF4-FFF2-40B4-BE49-F238E27FC236}">
                <a16:creationId xmlns:a16="http://schemas.microsoft.com/office/drawing/2014/main" id="{92DACD85-7341-4DDF-AA00-2C605B18E7C9}"/>
              </a:ext>
            </a:extLst>
          </p:cNvPr>
          <p:cNvSpPr>
            <a:spLocks noGrp="1"/>
          </p:cNvSpPr>
          <p:nvPr>
            <p:ph type="ftr" sz="quarter" idx="11"/>
          </p:nvPr>
        </p:nvSpPr>
        <p:spPr>
          <a:xfrm>
            <a:off x="2718162" y="6403201"/>
            <a:ext cx="6750381" cy="365125"/>
          </a:xfrm>
        </p:spPr>
        <p:txBody>
          <a:bodyPr anchor="ctr">
            <a:normAutofit fontScale="92500"/>
          </a:bodyPr>
          <a:lstStyle/>
          <a:p>
            <a:pPr>
              <a:spcAft>
                <a:spcPts val="600"/>
              </a:spcAft>
            </a:pPr>
            <a:r>
              <a:rPr lang="en-US" baseline="30000" dirty="0">
                <a:solidFill>
                  <a:schemeClr val="tx1">
                    <a:alpha val="80000"/>
                  </a:schemeClr>
                </a:solidFill>
              </a:rPr>
              <a:t>1</a:t>
            </a:r>
            <a:r>
              <a:rPr lang="en-US" dirty="0">
                <a:solidFill>
                  <a:schemeClr val="tx1">
                    <a:alpha val="80000"/>
                  </a:schemeClr>
                </a:solidFill>
              </a:rPr>
              <a:t>CoveWare Global Ransomware Marketplace Report Q4 2018   </a:t>
            </a:r>
            <a:r>
              <a:rPr lang="en-US" baseline="30000" dirty="0">
                <a:solidFill>
                  <a:schemeClr val="tx1">
                    <a:alpha val="80000"/>
                  </a:schemeClr>
                </a:solidFill>
              </a:rPr>
              <a:t>2 </a:t>
            </a:r>
            <a:r>
              <a:rPr lang="en-US" dirty="0">
                <a:solidFill>
                  <a:schemeClr val="tx1">
                    <a:alpha val="80000"/>
                  </a:schemeClr>
                </a:solidFill>
              </a:rPr>
              <a:t>2017 Cyber Security Ventures Cyber Crime Report</a:t>
            </a:r>
          </a:p>
        </p:txBody>
      </p:sp>
      <p:graphicFrame>
        <p:nvGraphicFramePr>
          <p:cNvPr id="6" name="Content Placeholder 2">
            <a:extLst>
              <a:ext uri="{FF2B5EF4-FFF2-40B4-BE49-F238E27FC236}">
                <a16:creationId xmlns:a16="http://schemas.microsoft.com/office/drawing/2014/main" id="{ADEE3E73-C3DD-4399-8DBE-BF146E3B0A44}"/>
              </a:ext>
            </a:extLst>
          </p:cNvPr>
          <p:cNvGraphicFramePr>
            <a:graphicFrameLocks noGrp="1"/>
          </p:cNvGraphicFramePr>
          <p:nvPr>
            <p:ph idx="1"/>
            <p:extLst>
              <p:ext uri="{D42A27DB-BD31-4B8C-83A1-F6EECF244321}">
                <p14:modId xmlns:p14="http://schemas.microsoft.com/office/powerpoint/2010/main" val="1789559082"/>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552957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5CAEB-8677-465A-80E5-E15636154762}"/>
              </a:ext>
            </a:extLst>
          </p:cNvPr>
          <p:cNvSpPr>
            <a:spLocks noGrp="1"/>
          </p:cNvSpPr>
          <p:nvPr>
            <p:ph type="title"/>
          </p:nvPr>
        </p:nvSpPr>
        <p:spPr>
          <a:xfrm>
            <a:off x="838200" y="365125"/>
            <a:ext cx="10515600" cy="1325563"/>
          </a:xfrm>
        </p:spPr>
        <p:txBody>
          <a:bodyPr>
            <a:normAutofit/>
          </a:bodyPr>
          <a:lstStyle/>
          <a:p>
            <a:r>
              <a:rPr lang="en-US"/>
              <a:t>Cost Of Data Breaches and Cyber Attacks</a:t>
            </a:r>
            <a:endParaRPr lang="en-US" dirty="0"/>
          </a:p>
        </p:txBody>
      </p:sp>
      <p:sp>
        <p:nvSpPr>
          <p:cNvPr id="4" name="Footer Placeholder 3">
            <a:extLst>
              <a:ext uri="{FF2B5EF4-FFF2-40B4-BE49-F238E27FC236}">
                <a16:creationId xmlns:a16="http://schemas.microsoft.com/office/drawing/2014/main" id="{8240C35F-5F17-4EE0-A97F-9D4DDD0CFFD3}"/>
              </a:ext>
            </a:extLst>
          </p:cNvPr>
          <p:cNvSpPr>
            <a:spLocks noGrp="1"/>
          </p:cNvSpPr>
          <p:nvPr>
            <p:ph type="ftr" sz="quarter" idx="11"/>
          </p:nvPr>
        </p:nvSpPr>
        <p:spPr>
          <a:xfrm>
            <a:off x="4038599" y="6356350"/>
            <a:ext cx="5402283" cy="365125"/>
          </a:xfrm>
        </p:spPr>
        <p:txBody>
          <a:bodyPr>
            <a:normAutofit/>
          </a:bodyPr>
          <a:lstStyle/>
          <a:p>
            <a:pPr>
              <a:spcAft>
                <a:spcPts val="600"/>
              </a:spcAft>
            </a:pPr>
            <a:r>
              <a:rPr lang="en-US" baseline="30000"/>
              <a:t>1</a:t>
            </a:r>
            <a:r>
              <a:rPr lang="en-US"/>
              <a:t>IBM Cost of a Data Breach Study 2018   </a:t>
            </a:r>
            <a:r>
              <a:rPr lang="en-US" baseline="30000"/>
              <a:t>2</a:t>
            </a:r>
            <a:r>
              <a:rPr lang="en-US"/>
              <a:t>Sophos The State of Endpoint Security</a:t>
            </a:r>
            <a:endParaRPr lang="en-US" dirty="0"/>
          </a:p>
        </p:txBody>
      </p:sp>
      <p:graphicFrame>
        <p:nvGraphicFramePr>
          <p:cNvPr id="6" name="Content Placeholder 2">
            <a:extLst>
              <a:ext uri="{FF2B5EF4-FFF2-40B4-BE49-F238E27FC236}">
                <a16:creationId xmlns:a16="http://schemas.microsoft.com/office/drawing/2014/main" id="{DB3C4E17-4FA8-425C-8751-2903D83AF796}"/>
              </a:ext>
            </a:extLst>
          </p:cNvPr>
          <p:cNvGraphicFramePr>
            <a:graphicFrameLocks noGrp="1"/>
          </p:cNvGraphicFramePr>
          <p:nvPr>
            <p:ph idx="1"/>
            <p:extLst>
              <p:ext uri="{D42A27DB-BD31-4B8C-83A1-F6EECF244321}">
                <p14:modId xmlns:p14="http://schemas.microsoft.com/office/powerpoint/2010/main" val="282289166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082639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Content Placeholder 5">
            <a:extLst>
              <a:ext uri="{FF2B5EF4-FFF2-40B4-BE49-F238E27FC236}">
                <a16:creationId xmlns:a16="http://schemas.microsoft.com/office/drawing/2014/main" id="{6FC566E3-75DE-41E5-BDAA-09780403A9C3}"/>
              </a:ext>
            </a:extLst>
          </p:cNvPr>
          <p:cNvPicPr>
            <a:picLocks noChangeAspect="1"/>
          </p:cNvPicPr>
          <p:nvPr/>
        </p:nvPicPr>
        <p:blipFill rotWithShape="1">
          <a:blip r:embed="rId3">
            <a:alphaModFix amt="98000"/>
            <a:extLst>
              <a:ext uri="{28A0092B-C50C-407E-A947-70E740481C1C}">
                <a14:useLocalDpi xmlns:a14="http://schemas.microsoft.com/office/drawing/2010/main" val="0"/>
              </a:ext>
            </a:extLst>
          </a:blip>
          <a:srcRect t="30"/>
          <a:stretch/>
        </p:blipFill>
        <p:spPr>
          <a:xfrm>
            <a:off x="284717" y="70427"/>
            <a:ext cx="6565368" cy="3691920"/>
          </a:xfrm>
          <a:prstGeom prst="rect">
            <a:avLst/>
          </a:prstGeom>
        </p:spPr>
      </p:pic>
      <p:sp>
        <p:nvSpPr>
          <p:cNvPr id="21" name="Oval 20">
            <a:extLst>
              <a:ext uri="{FF2B5EF4-FFF2-40B4-BE49-F238E27FC236}">
                <a16:creationId xmlns:a16="http://schemas.microsoft.com/office/drawing/2014/main" id="{C99A8FB7-A79B-4BC9-9D56-B79587F6A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61217" y="2672409"/>
            <a:ext cx="3072384" cy="3072384"/>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B23893E2-3349-46D7-A7AA-B9E447957F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96859" y="0"/>
            <a:ext cx="4198060" cy="3650200"/>
          </a:xfrm>
          <a:custGeom>
            <a:avLst/>
            <a:gdLst>
              <a:gd name="connsiteX0" fmla="*/ 262846 w 4198060"/>
              <a:gd name="connsiteY0" fmla="*/ 0 h 3650200"/>
              <a:gd name="connsiteX1" fmla="*/ 4198060 w 4198060"/>
              <a:gd name="connsiteY1" fmla="*/ 0 h 3650200"/>
              <a:gd name="connsiteX2" fmla="*/ 4198060 w 4198060"/>
              <a:gd name="connsiteY2" fmla="*/ 3021648 h 3650200"/>
              <a:gd name="connsiteX3" fmla="*/ 4142653 w 4198060"/>
              <a:gd name="connsiteY3" fmla="*/ 3072005 h 3650200"/>
              <a:gd name="connsiteX4" fmla="*/ 2532040 w 4198060"/>
              <a:gd name="connsiteY4" fmla="*/ 3650200 h 3650200"/>
              <a:gd name="connsiteX5" fmla="*/ 0 w 4198060"/>
              <a:gd name="connsiteY5" fmla="*/ 1118160 h 3650200"/>
              <a:gd name="connsiteX6" fmla="*/ 198981 w 4198060"/>
              <a:gd name="connsiteY6" fmla="*/ 132576 h 365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8060" h="3650200">
                <a:moveTo>
                  <a:pt x="262846" y="0"/>
                </a:moveTo>
                <a:lnTo>
                  <a:pt x="4198060" y="0"/>
                </a:lnTo>
                <a:lnTo>
                  <a:pt x="4198060" y="3021648"/>
                </a:lnTo>
                <a:lnTo>
                  <a:pt x="4142653" y="3072005"/>
                </a:lnTo>
                <a:cubicBezTo>
                  <a:pt x="3704967" y="3433216"/>
                  <a:pt x="3143843" y="3650200"/>
                  <a:pt x="2532040" y="3650200"/>
                </a:cubicBezTo>
                <a:cubicBezTo>
                  <a:pt x="1133633" y="3650200"/>
                  <a:pt x="0" y="2516567"/>
                  <a:pt x="0" y="1118160"/>
                </a:cubicBezTo>
                <a:cubicBezTo>
                  <a:pt x="0" y="768558"/>
                  <a:pt x="70852" y="435505"/>
                  <a:pt x="198981" y="132576"/>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7D6DB0CC-854F-47C5-9404-5680F46D6C16}"/>
              </a:ext>
            </a:extLst>
          </p:cNvPr>
          <p:cNvPicPr>
            <a:picLocks noChangeAspect="1"/>
          </p:cNvPicPr>
          <p:nvPr/>
        </p:nvPicPr>
        <p:blipFill rotWithShape="1">
          <a:blip r:embed="rId4">
            <a:extLst>
              <a:ext uri="{28A0092B-C50C-407E-A947-70E740481C1C}">
                <a14:useLocalDpi xmlns:a14="http://schemas.microsoft.com/office/drawing/2010/main" val="0"/>
              </a:ext>
            </a:extLst>
          </a:blip>
          <a:srcRect l="21119" r="21023" b="-2"/>
          <a:stretch/>
        </p:blipFill>
        <p:spPr>
          <a:xfrm>
            <a:off x="8160603" y="2"/>
            <a:ext cx="4034316" cy="3486455"/>
          </a:xfrm>
          <a:custGeom>
            <a:avLst/>
            <a:gdLst>
              <a:gd name="connsiteX0" fmla="*/ 280681 w 4034316"/>
              <a:gd name="connsiteY0" fmla="*/ 0 h 3486455"/>
              <a:gd name="connsiteX1" fmla="*/ 4034316 w 4034316"/>
              <a:gd name="connsiteY1" fmla="*/ 0 h 3486455"/>
              <a:gd name="connsiteX2" fmla="*/ 4034316 w 4034316"/>
              <a:gd name="connsiteY2" fmla="*/ 2800630 h 3486455"/>
              <a:gd name="connsiteX3" fmla="*/ 3874752 w 4034316"/>
              <a:gd name="connsiteY3" fmla="*/ 2945652 h 3486455"/>
              <a:gd name="connsiteX4" fmla="*/ 2368296 w 4034316"/>
              <a:gd name="connsiteY4" fmla="*/ 3486455 h 3486455"/>
              <a:gd name="connsiteX5" fmla="*/ 0 w 4034316"/>
              <a:gd name="connsiteY5" fmla="*/ 1118159 h 3486455"/>
              <a:gd name="connsiteX6" fmla="*/ 186113 w 4034316"/>
              <a:gd name="connsiteY6" fmla="*/ 196311 h 348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4316" h="3486455">
                <a:moveTo>
                  <a:pt x="280681" y="0"/>
                </a:moveTo>
                <a:lnTo>
                  <a:pt x="4034316" y="0"/>
                </a:lnTo>
                <a:lnTo>
                  <a:pt x="4034316" y="2800630"/>
                </a:lnTo>
                <a:lnTo>
                  <a:pt x="3874752" y="2945652"/>
                </a:lnTo>
                <a:cubicBezTo>
                  <a:pt x="3465371" y="3283503"/>
                  <a:pt x="2940535" y="3486455"/>
                  <a:pt x="2368296" y="3486455"/>
                </a:cubicBezTo>
                <a:cubicBezTo>
                  <a:pt x="1060322" y="3486455"/>
                  <a:pt x="0" y="2426133"/>
                  <a:pt x="0" y="1118159"/>
                </a:cubicBezTo>
                <a:cubicBezTo>
                  <a:pt x="0" y="791166"/>
                  <a:pt x="66270" y="479650"/>
                  <a:pt x="186113" y="196311"/>
                </a:cubicBezTo>
                <a:close/>
              </a:path>
            </a:pathLst>
          </a:custGeom>
        </p:spPr>
      </p:pic>
      <p:sp>
        <p:nvSpPr>
          <p:cNvPr id="25" name="Freeform: Shape 24">
            <a:extLst>
              <a:ext uri="{FF2B5EF4-FFF2-40B4-BE49-F238E27FC236}">
                <a16:creationId xmlns:a16="http://schemas.microsoft.com/office/drawing/2014/main" id="{4BFC77B5-F38E-4A7D-80BD-C3A10B717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64334" y="4032250"/>
            <a:ext cx="3227666" cy="2825750"/>
          </a:xfrm>
          <a:custGeom>
            <a:avLst/>
            <a:gdLst>
              <a:gd name="connsiteX0" fmla="*/ 1888600 w 3227666"/>
              <a:gd name="connsiteY0" fmla="*/ 0 h 2825750"/>
              <a:gd name="connsiteX1" fmla="*/ 3224042 w 3227666"/>
              <a:gd name="connsiteY1" fmla="*/ 553158 h 2825750"/>
              <a:gd name="connsiteX2" fmla="*/ 3227666 w 3227666"/>
              <a:gd name="connsiteY2" fmla="*/ 557146 h 2825750"/>
              <a:gd name="connsiteX3" fmla="*/ 3227666 w 3227666"/>
              <a:gd name="connsiteY3" fmla="*/ 2825750 h 2825750"/>
              <a:gd name="connsiteX4" fmla="*/ 250380 w 3227666"/>
              <a:gd name="connsiteY4" fmla="*/ 2825750 h 2825750"/>
              <a:gd name="connsiteX5" fmla="*/ 227944 w 3227666"/>
              <a:gd name="connsiteY5" fmla="*/ 2788819 h 2825750"/>
              <a:gd name="connsiteX6" fmla="*/ 0 w 3227666"/>
              <a:gd name="connsiteY6" fmla="*/ 1888600 h 2825750"/>
              <a:gd name="connsiteX7" fmla="*/ 1888600 w 3227666"/>
              <a:gd name="connsiteY7" fmla="*/ 0 h 282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27666" h="2825750">
                <a:moveTo>
                  <a:pt x="1888600" y="0"/>
                </a:moveTo>
                <a:cubicBezTo>
                  <a:pt x="2410123" y="0"/>
                  <a:pt x="2882273" y="211389"/>
                  <a:pt x="3224042" y="553158"/>
                </a:cubicBezTo>
                <a:lnTo>
                  <a:pt x="3227666" y="557146"/>
                </a:lnTo>
                <a:lnTo>
                  <a:pt x="3227666" y="2825750"/>
                </a:lnTo>
                <a:lnTo>
                  <a:pt x="250380" y="2825750"/>
                </a:lnTo>
                <a:lnTo>
                  <a:pt x="227944" y="2788819"/>
                </a:lnTo>
                <a:cubicBezTo>
                  <a:pt x="82574" y="2521217"/>
                  <a:pt x="0" y="2214552"/>
                  <a:pt x="0" y="1888600"/>
                </a:cubicBezTo>
                <a:cubicBezTo>
                  <a:pt x="0" y="845555"/>
                  <a:pt x="845555" y="0"/>
                  <a:pt x="188860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51549F45-0CC6-4BC4-AAB4-6E3CDE548AFF}"/>
              </a:ext>
            </a:extLst>
          </p:cNvPr>
          <p:cNvPicPr>
            <a:picLocks noChangeAspect="1"/>
          </p:cNvPicPr>
          <p:nvPr/>
        </p:nvPicPr>
        <p:blipFill rotWithShape="1">
          <a:blip r:embed="rId5">
            <a:extLst>
              <a:ext uri="{28A0092B-C50C-407E-A947-70E740481C1C}">
                <a14:useLocalDpi xmlns:a14="http://schemas.microsoft.com/office/drawing/2010/main" val="0"/>
              </a:ext>
            </a:extLst>
          </a:blip>
          <a:srcRect l="10280" r="20371" b="3"/>
          <a:stretch/>
        </p:blipFill>
        <p:spPr>
          <a:xfrm>
            <a:off x="9129290" y="4197216"/>
            <a:ext cx="3062710" cy="2660795"/>
          </a:xfrm>
          <a:custGeom>
            <a:avLst/>
            <a:gdLst>
              <a:gd name="connsiteX0" fmla="*/ 1723644 w 3062710"/>
              <a:gd name="connsiteY0" fmla="*/ 0 h 2660795"/>
              <a:gd name="connsiteX1" fmla="*/ 3053691 w 3062710"/>
              <a:gd name="connsiteY1" fmla="*/ 627247 h 2660795"/>
              <a:gd name="connsiteX2" fmla="*/ 3062710 w 3062710"/>
              <a:gd name="connsiteY2" fmla="*/ 639308 h 2660795"/>
              <a:gd name="connsiteX3" fmla="*/ 3062710 w 3062710"/>
              <a:gd name="connsiteY3" fmla="*/ 2660795 h 2660795"/>
              <a:gd name="connsiteX4" fmla="*/ 278239 w 3062710"/>
              <a:gd name="connsiteY4" fmla="*/ 2660795 h 2660795"/>
              <a:gd name="connsiteX5" fmla="*/ 208035 w 3062710"/>
              <a:gd name="connsiteY5" fmla="*/ 2545235 h 2660795"/>
              <a:gd name="connsiteX6" fmla="*/ 0 w 3062710"/>
              <a:gd name="connsiteY6" fmla="*/ 1723644 h 2660795"/>
              <a:gd name="connsiteX7" fmla="*/ 1723644 w 3062710"/>
              <a:gd name="connsiteY7" fmla="*/ 0 h 266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2710" h="2660795">
                <a:moveTo>
                  <a:pt x="1723644" y="0"/>
                </a:moveTo>
                <a:cubicBezTo>
                  <a:pt x="2259111" y="0"/>
                  <a:pt x="2737550" y="244172"/>
                  <a:pt x="3053691" y="627247"/>
                </a:cubicBezTo>
                <a:lnTo>
                  <a:pt x="3062710" y="639308"/>
                </a:lnTo>
                <a:lnTo>
                  <a:pt x="3062710" y="2660795"/>
                </a:lnTo>
                <a:lnTo>
                  <a:pt x="278239" y="2660795"/>
                </a:lnTo>
                <a:lnTo>
                  <a:pt x="208035" y="2545235"/>
                </a:lnTo>
                <a:cubicBezTo>
                  <a:pt x="75362" y="2301006"/>
                  <a:pt x="0" y="2021126"/>
                  <a:pt x="0" y="1723644"/>
                </a:cubicBezTo>
                <a:cubicBezTo>
                  <a:pt x="0" y="771702"/>
                  <a:pt x="771702" y="0"/>
                  <a:pt x="1723644" y="0"/>
                </a:cubicBezTo>
                <a:close/>
              </a:path>
            </a:pathLst>
          </a:custGeom>
        </p:spPr>
      </p:pic>
      <p:pic>
        <p:nvPicPr>
          <p:cNvPr id="22" name="Online Media 14">
            <a:hlinkClick r:id="" action="ppaction://media"/>
            <a:extLst>
              <a:ext uri="{FF2B5EF4-FFF2-40B4-BE49-F238E27FC236}">
                <a16:creationId xmlns:a16="http://schemas.microsoft.com/office/drawing/2014/main" id="{175CFEBE-2436-4887-AEB2-787B211FA877}"/>
              </a:ext>
            </a:extLst>
          </p:cNvPr>
          <p:cNvPicPr>
            <a:picLocks noGrp="1" noRot="1" noChangeAspect="1"/>
          </p:cNvPicPr>
          <p:nvPr>
            <p:ph idx="1"/>
            <a:videoFile r:link="rId1"/>
          </p:nvPr>
        </p:nvPicPr>
        <p:blipFill>
          <a:blip r:embed="rId6"/>
          <a:stretch>
            <a:fillRect/>
          </a:stretch>
        </p:blipFill>
        <p:spPr>
          <a:xfrm>
            <a:off x="284717" y="2269748"/>
            <a:ext cx="7712142" cy="4338080"/>
          </a:xfrm>
          <a:prstGeom prst="rect">
            <a:avLst/>
          </a:prstGeom>
        </p:spPr>
      </p:pic>
      <mc:AlternateContent xmlns:mc="http://schemas.openxmlformats.org/markup-compatibility/2006" xmlns:p14="http://schemas.microsoft.com/office/powerpoint/2010/main">
        <mc:Choice Requires="p14">
          <p:contentPart p14:bwMode="auto" r:id="rId7">
            <p14:nvContentPartPr>
              <p14:cNvPr id="29" name="Ink 28">
                <a:extLst>
                  <a:ext uri="{FF2B5EF4-FFF2-40B4-BE49-F238E27FC236}">
                    <a16:creationId xmlns:a16="http://schemas.microsoft.com/office/drawing/2014/main" id="{89E83547-76DB-42A4-81A0-A34565A2A1D5}"/>
                  </a:ext>
                </a:extLst>
              </p14:cNvPr>
              <p14:cNvContentPartPr/>
              <p14:nvPr/>
            </p14:nvContentPartPr>
            <p14:xfrm>
              <a:off x="5427227" y="2217768"/>
              <a:ext cx="3443400" cy="4442040"/>
            </p14:xfrm>
          </p:contentPart>
        </mc:Choice>
        <mc:Fallback xmlns="">
          <p:pic>
            <p:nvPicPr>
              <p:cNvPr id="29" name="Ink 28">
                <a:extLst>
                  <a:ext uri="{FF2B5EF4-FFF2-40B4-BE49-F238E27FC236}">
                    <a16:creationId xmlns:a16="http://schemas.microsoft.com/office/drawing/2014/main" id="{89E83547-76DB-42A4-81A0-A34565A2A1D5}"/>
                  </a:ext>
                </a:extLst>
              </p:cNvPr>
              <p:cNvPicPr/>
              <p:nvPr/>
            </p:nvPicPr>
            <p:blipFill>
              <a:blip r:embed="rId8"/>
              <a:stretch>
                <a:fillRect/>
              </a:stretch>
            </p:blipFill>
            <p:spPr>
              <a:xfrm>
                <a:off x="5364587" y="2154768"/>
                <a:ext cx="3569040" cy="4567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F995E23A-A892-426D-B7D6-809A621295EB}"/>
                  </a:ext>
                </a:extLst>
              </p14:cNvPr>
              <p14:cNvContentPartPr/>
              <p14:nvPr/>
            </p14:nvContentPartPr>
            <p14:xfrm>
              <a:off x="4301140" y="1781699"/>
              <a:ext cx="360" cy="360"/>
            </p14:xfrm>
          </p:contentPart>
        </mc:Choice>
        <mc:Fallback xmlns="">
          <p:pic>
            <p:nvPicPr>
              <p:cNvPr id="32" name="Ink 31">
                <a:extLst>
                  <a:ext uri="{FF2B5EF4-FFF2-40B4-BE49-F238E27FC236}">
                    <a16:creationId xmlns:a16="http://schemas.microsoft.com/office/drawing/2014/main" id="{F995E23A-A892-426D-B7D6-809A621295EB}"/>
                  </a:ext>
                </a:extLst>
              </p:cNvPr>
              <p:cNvPicPr/>
              <p:nvPr/>
            </p:nvPicPr>
            <p:blipFill>
              <a:blip r:embed="rId10"/>
              <a:stretch>
                <a:fillRect/>
              </a:stretch>
            </p:blipFill>
            <p:spPr>
              <a:xfrm>
                <a:off x="4238140" y="1719059"/>
                <a:ext cx="126000" cy="126000"/>
              </a:xfrm>
              <a:prstGeom prst="rect">
                <a:avLst/>
              </a:prstGeom>
            </p:spPr>
          </p:pic>
        </mc:Fallback>
      </mc:AlternateContent>
      <p:sp>
        <p:nvSpPr>
          <p:cNvPr id="2" name="Footer Placeholder 1">
            <a:extLst>
              <a:ext uri="{FF2B5EF4-FFF2-40B4-BE49-F238E27FC236}">
                <a16:creationId xmlns:a16="http://schemas.microsoft.com/office/drawing/2014/main" id="{32276698-A0D6-4767-8650-29999E1BD7CF}"/>
              </a:ext>
            </a:extLst>
          </p:cNvPr>
          <p:cNvSpPr>
            <a:spLocks noGrp="1"/>
          </p:cNvSpPr>
          <p:nvPr>
            <p:ph type="ftr" sz="quarter" idx="11"/>
          </p:nvPr>
        </p:nvSpPr>
        <p:spPr/>
        <p:txBody>
          <a:bodyPr/>
          <a:lstStyle/>
          <a:p>
            <a:r>
              <a:rPr lang="en-US"/>
              <a:t>Video Source: Cisco</a:t>
            </a:r>
          </a:p>
        </p:txBody>
      </p:sp>
    </p:spTree>
    <p:extLst>
      <p:ext uri="{BB962C8B-B14F-4D97-AF65-F5344CB8AC3E}">
        <p14:creationId xmlns:p14="http://schemas.microsoft.com/office/powerpoint/2010/main" val="46061152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1">
            <a:extLst>
              <a:ext uri="{FF2B5EF4-FFF2-40B4-BE49-F238E27FC236}">
                <a16:creationId xmlns:a16="http://schemas.microsoft.com/office/drawing/2014/main" id="{64E585EA-75FD-4025-8270-F66A58A15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32A7E8B-3D85-4BCE-867D-E43FA7F2B22E}"/>
              </a:ext>
            </a:extLst>
          </p:cNvPr>
          <p:cNvSpPr>
            <a:spLocks noGrp="1"/>
          </p:cNvSpPr>
          <p:nvPr>
            <p:ph type="title"/>
          </p:nvPr>
        </p:nvSpPr>
        <p:spPr>
          <a:xfrm>
            <a:off x="833002" y="365125"/>
            <a:ext cx="10520702" cy="1325563"/>
          </a:xfrm>
        </p:spPr>
        <p:txBody>
          <a:bodyPr>
            <a:normAutofit/>
          </a:bodyPr>
          <a:lstStyle/>
          <a:p>
            <a:r>
              <a:rPr lang="en-US">
                <a:solidFill>
                  <a:srgbClr val="FFFFFF"/>
                </a:solidFill>
              </a:rPr>
              <a:t>Data Breach and Cyber Attack Examples</a:t>
            </a:r>
          </a:p>
        </p:txBody>
      </p:sp>
      <p:sp>
        <p:nvSpPr>
          <p:cNvPr id="3" name="Content Placeholder 2">
            <a:extLst>
              <a:ext uri="{FF2B5EF4-FFF2-40B4-BE49-F238E27FC236}">
                <a16:creationId xmlns:a16="http://schemas.microsoft.com/office/drawing/2014/main" id="{52124C9D-BE89-430E-9EC2-468BF6B9D404}"/>
              </a:ext>
            </a:extLst>
          </p:cNvPr>
          <p:cNvSpPr>
            <a:spLocks noGrp="1"/>
          </p:cNvSpPr>
          <p:nvPr>
            <p:ph idx="1"/>
          </p:nvPr>
        </p:nvSpPr>
        <p:spPr>
          <a:xfrm>
            <a:off x="838201" y="2022601"/>
            <a:ext cx="10515598" cy="4154361"/>
          </a:xfrm>
        </p:spPr>
        <p:txBody>
          <a:bodyPr>
            <a:normAutofit/>
          </a:bodyPr>
          <a:lstStyle/>
          <a:p>
            <a:pPr marL="0" indent="0">
              <a:buNone/>
            </a:pPr>
            <a:r>
              <a:rPr lang="en-US" sz="2000" dirty="0">
                <a:solidFill>
                  <a:srgbClr val="FFFFFF"/>
                </a:solidFill>
              </a:rPr>
              <a:t>A Known </a:t>
            </a:r>
            <a:r>
              <a:rPr lang="en-US" sz="2000" dirty="0" err="1">
                <a:solidFill>
                  <a:srgbClr val="FFFFFF"/>
                </a:solidFill>
              </a:rPr>
              <a:t>Nascar</a:t>
            </a:r>
            <a:r>
              <a:rPr lang="en-US" sz="2000" dirty="0">
                <a:solidFill>
                  <a:srgbClr val="FFFFFF"/>
                </a:solidFill>
              </a:rPr>
              <a:t> Cup Team</a:t>
            </a:r>
          </a:p>
          <a:p>
            <a:pPr lvl="1"/>
            <a:r>
              <a:rPr lang="en-US" sz="2000" dirty="0">
                <a:solidFill>
                  <a:srgbClr val="FFFFFF"/>
                </a:solidFill>
              </a:rPr>
              <a:t>Suffered from a Ransomware Attack in 2018 due to a compromised email.</a:t>
            </a:r>
          </a:p>
          <a:p>
            <a:pPr lvl="1"/>
            <a:r>
              <a:rPr lang="en-US" sz="2000" dirty="0">
                <a:solidFill>
                  <a:srgbClr val="FFFFFF"/>
                </a:solidFill>
              </a:rPr>
              <a:t>The Virus wasn’t detected by the companies Anti-Virus software.</a:t>
            </a:r>
          </a:p>
          <a:p>
            <a:pPr lvl="1"/>
            <a:r>
              <a:rPr lang="en-US" sz="2000" dirty="0">
                <a:solidFill>
                  <a:srgbClr val="FFFFFF"/>
                </a:solidFill>
              </a:rPr>
              <a:t>All servers and backups were compromised</a:t>
            </a:r>
          </a:p>
          <a:p>
            <a:pPr lvl="1"/>
            <a:r>
              <a:rPr lang="en-US" sz="2000" dirty="0">
                <a:solidFill>
                  <a:srgbClr val="FFFFFF"/>
                </a:solidFill>
              </a:rPr>
              <a:t>Employees were locked out of their systems for over 72-Hours</a:t>
            </a:r>
          </a:p>
          <a:p>
            <a:pPr lvl="1"/>
            <a:r>
              <a:rPr lang="en-US" sz="2000" dirty="0">
                <a:solidFill>
                  <a:srgbClr val="FFFFFF"/>
                </a:solidFill>
              </a:rPr>
              <a:t>The Cup Team was forced to pay over $100,000 in ransom.</a:t>
            </a:r>
          </a:p>
          <a:p>
            <a:pPr lvl="1"/>
            <a:r>
              <a:rPr lang="en-US" sz="2000" dirty="0">
                <a:solidFill>
                  <a:srgbClr val="FFFFFF"/>
                </a:solidFill>
              </a:rPr>
              <a:t>Would have potentially lost all of their data if the ransom wasn’t paid</a:t>
            </a:r>
          </a:p>
        </p:txBody>
      </p:sp>
    </p:spTree>
    <p:extLst>
      <p:ext uri="{BB962C8B-B14F-4D97-AF65-F5344CB8AC3E}">
        <p14:creationId xmlns:p14="http://schemas.microsoft.com/office/powerpoint/2010/main" val="117447511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84B32-A22E-4F7E-878F-D406FC5D31E1}"/>
              </a:ext>
            </a:extLst>
          </p:cNvPr>
          <p:cNvSpPr>
            <a:spLocks noGrp="1"/>
          </p:cNvSpPr>
          <p:nvPr>
            <p:ph type="title"/>
          </p:nvPr>
        </p:nvSpPr>
        <p:spPr/>
        <p:txBody>
          <a:bodyPr/>
          <a:lstStyle/>
          <a:p>
            <a:r>
              <a:rPr lang="en-US" dirty="0">
                <a:solidFill>
                  <a:schemeClr val="bg1"/>
                </a:solidFill>
              </a:rPr>
              <a:t>Data Breach and Cyber Attack Examples</a:t>
            </a:r>
          </a:p>
        </p:txBody>
      </p:sp>
      <p:sp>
        <p:nvSpPr>
          <p:cNvPr id="3" name="Content Placeholder 2">
            <a:extLst>
              <a:ext uri="{FF2B5EF4-FFF2-40B4-BE49-F238E27FC236}">
                <a16:creationId xmlns:a16="http://schemas.microsoft.com/office/drawing/2014/main" id="{B9F0236A-2CF9-4117-B7FD-F88AACED73E6}"/>
              </a:ext>
            </a:extLst>
          </p:cNvPr>
          <p:cNvSpPr>
            <a:spLocks noGrp="1"/>
          </p:cNvSpPr>
          <p:nvPr>
            <p:ph idx="1"/>
          </p:nvPr>
        </p:nvSpPr>
        <p:spPr/>
        <p:txBody>
          <a:bodyPr/>
          <a:lstStyle/>
          <a:p>
            <a:r>
              <a:rPr lang="en-US" sz="2000" dirty="0">
                <a:solidFill>
                  <a:schemeClr val="bg1"/>
                </a:solidFill>
              </a:rPr>
              <a:t>Circle Sport-</a:t>
            </a:r>
            <a:r>
              <a:rPr lang="en-US" sz="2000" dirty="0" err="1">
                <a:solidFill>
                  <a:schemeClr val="bg1"/>
                </a:solidFill>
              </a:rPr>
              <a:t>Leavine</a:t>
            </a:r>
            <a:r>
              <a:rPr lang="en-US" sz="2000" dirty="0">
                <a:solidFill>
                  <a:schemeClr val="bg1"/>
                </a:solidFill>
              </a:rPr>
              <a:t> Family Racing</a:t>
            </a:r>
          </a:p>
          <a:p>
            <a:r>
              <a:rPr lang="en-US" sz="2000" dirty="0">
                <a:solidFill>
                  <a:schemeClr val="bg1"/>
                </a:solidFill>
              </a:rPr>
              <a:t>Suffered from a Ransomware Attack in 2016</a:t>
            </a:r>
          </a:p>
          <a:p>
            <a:r>
              <a:rPr lang="en-US" sz="2000" dirty="0">
                <a:solidFill>
                  <a:schemeClr val="bg1"/>
                </a:solidFill>
              </a:rPr>
              <a:t>The team estimated that it would take 1,500 man hours to re-create the data with a self proclaimed value of $2,000,000.</a:t>
            </a:r>
          </a:p>
          <a:p>
            <a:endParaRPr lang="en-US" sz="2000" dirty="0">
              <a:solidFill>
                <a:schemeClr val="bg1"/>
              </a:solidFill>
            </a:endParaRPr>
          </a:p>
          <a:p>
            <a:r>
              <a:rPr lang="en-US" sz="2000" dirty="0">
                <a:solidFill>
                  <a:schemeClr val="bg1"/>
                </a:solidFill>
              </a:rPr>
              <a:t>“The data that they were threatening to take from us was priceless, we couldn't go one day without it greatly impacting the team's future success”</a:t>
            </a:r>
            <a:r>
              <a:rPr lang="en-US" sz="2000" baseline="30000" dirty="0">
                <a:solidFill>
                  <a:schemeClr val="bg1"/>
                </a:solidFill>
              </a:rPr>
              <a:t>1 </a:t>
            </a:r>
          </a:p>
          <a:p>
            <a:pPr marL="0" indent="0">
              <a:buNone/>
            </a:pPr>
            <a:r>
              <a:rPr lang="en-US" sz="2000" dirty="0">
                <a:solidFill>
                  <a:schemeClr val="bg1"/>
                </a:solidFill>
              </a:rPr>
              <a:t>                                                       – Dave Winston, CSLFR Crew Chief</a:t>
            </a:r>
          </a:p>
          <a:p>
            <a:endParaRPr lang="en-US" dirty="0"/>
          </a:p>
        </p:txBody>
      </p:sp>
      <p:sp>
        <p:nvSpPr>
          <p:cNvPr id="4" name="Footer Placeholder 3">
            <a:extLst>
              <a:ext uri="{FF2B5EF4-FFF2-40B4-BE49-F238E27FC236}">
                <a16:creationId xmlns:a16="http://schemas.microsoft.com/office/drawing/2014/main" id="{B8677828-AED5-454D-95C8-CF95A1168BFF}"/>
              </a:ext>
            </a:extLst>
          </p:cNvPr>
          <p:cNvSpPr txBox="1">
            <a:spLocks/>
          </p:cNvSpPr>
          <p:nvPr/>
        </p:nvSpPr>
        <p:spPr>
          <a:xfrm>
            <a:off x="3578926" y="6310312"/>
            <a:ext cx="503414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30000" noProof="0" dirty="0">
                <a:ln>
                  <a:noFill/>
                </a:ln>
                <a:solidFill>
                  <a:prstClr val="white">
                    <a:tint val="75000"/>
                  </a:prstClr>
                </a:solidFill>
                <a:effectLst/>
                <a:uLnTx/>
                <a:uFillTx/>
                <a:latin typeface="Calibri" panose="020F0502020204030204"/>
                <a:ea typeface="+mn-ea"/>
                <a:cs typeface="+mn-cs"/>
              </a:rPr>
              <a:t>1</a:t>
            </a:r>
            <a:r>
              <a:rPr kumimoji="0" lang="en-US"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t>ESPN: Circle Sport-</a:t>
            </a:r>
            <a:r>
              <a:rPr kumimoji="0" lang="en-US" sz="1200" b="0" i="0" u="none" strike="noStrike" kern="1200" cap="none" spc="0" normalizeH="0" baseline="0" noProof="0" dirty="0" err="1">
                <a:ln>
                  <a:noFill/>
                </a:ln>
                <a:solidFill>
                  <a:prstClr val="white">
                    <a:tint val="75000"/>
                  </a:prstClr>
                </a:solidFill>
                <a:effectLst/>
                <a:uLnTx/>
                <a:uFillTx/>
                <a:latin typeface="Calibri" panose="020F0502020204030204"/>
                <a:ea typeface="+mn-ea"/>
                <a:cs typeface="+mn-cs"/>
              </a:rPr>
              <a:t>Leavine</a:t>
            </a:r>
            <a:r>
              <a:rPr kumimoji="0" lang="en-US"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t> Family Racing Learns Valuable Digital Lesson</a:t>
            </a:r>
          </a:p>
        </p:txBody>
      </p:sp>
    </p:spTree>
    <p:extLst>
      <p:ext uri="{BB962C8B-B14F-4D97-AF65-F5344CB8AC3E}">
        <p14:creationId xmlns:p14="http://schemas.microsoft.com/office/powerpoint/2010/main" val="1761831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370C-97F1-462E-9A65-3E6B5EAC489C}"/>
              </a:ext>
            </a:extLst>
          </p:cNvPr>
          <p:cNvSpPr>
            <a:spLocks noGrp="1"/>
          </p:cNvSpPr>
          <p:nvPr>
            <p:ph type="title"/>
          </p:nvPr>
        </p:nvSpPr>
        <p:spPr>
          <a:xfrm>
            <a:off x="1148933" y="81595"/>
            <a:ext cx="9894133" cy="1031216"/>
          </a:xfrm>
        </p:spPr>
        <p:txBody>
          <a:bodyPr vert="horz" lIns="91440" tIns="45720" rIns="91440" bIns="45720" rtlCol="0" anchor="b">
            <a:normAutofit/>
          </a:bodyPr>
          <a:lstStyle/>
          <a:p>
            <a:pPr algn="ctr"/>
            <a:r>
              <a:rPr lang="en-US" kern="1200" dirty="0">
                <a:solidFill>
                  <a:schemeClr val="bg1"/>
                </a:solidFill>
                <a:latin typeface="+mj-lt"/>
                <a:ea typeface="+mj-ea"/>
                <a:cs typeface="+mj-cs"/>
              </a:rPr>
              <a:t>Protecting your company</a:t>
            </a:r>
          </a:p>
        </p:txBody>
      </p:sp>
      <p:pic>
        <p:nvPicPr>
          <p:cNvPr id="16" name="Content Placeholder 4">
            <a:extLst>
              <a:ext uri="{FF2B5EF4-FFF2-40B4-BE49-F238E27FC236}">
                <a16:creationId xmlns:a16="http://schemas.microsoft.com/office/drawing/2014/main" id="{345B7EC1-E0E7-4F0C-9F7A-76F940B1EA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4293" y="2775520"/>
            <a:ext cx="5069382" cy="2382609"/>
          </a:xfrm>
          <a:prstGeom prst="rect">
            <a:avLst/>
          </a:prstGeom>
        </p:spPr>
      </p:pic>
      <p:sp>
        <p:nvSpPr>
          <p:cNvPr id="21" name="Freeform: Shape 20">
            <a:extLst>
              <a:ext uri="{FF2B5EF4-FFF2-40B4-BE49-F238E27FC236}">
                <a16:creationId xmlns:a16="http://schemas.microsoft.com/office/drawing/2014/main" id="{C607803A-4E99-444E-94F7-8785CDDF5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80154" y="1884045"/>
            <a:ext cx="3275668" cy="2853308"/>
          </a:xfrm>
          <a:custGeom>
            <a:avLst/>
            <a:gdLst>
              <a:gd name="connsiteX0" fmla="*/ 3275668 w 3275668"/>
              <a:gd name="connsiteY0" fmla="*/ 2853308 h 2853308"/>
              <a:gd name="connsiteX1" fmla="*/ 655 w 3275668"/>
              <a:gd name="connsiteY1" fmla="*/ 2853308 h 2853308"/>
              <a:gd name="connsiteX2" fmla="*/ 0 w 3275668"/>
              <a:gd name="connsiteY2" fmla="*/ 2467565 h 2853308"/>
              <a:gd name="connsiteX3" fmla="*/ 2869894 w 3275668"/>
              <a:gd name="connsiteY3" fmla="*/ 2468888 h 2853308"/>
              <a:gd name="connsiteX4" fmla="*/ 2869894 w 3275668"/>
              <a:gd name="connsiteY4" fmla="*/ 0 h 2853308"/>
              <a:gd name="connsiteX5" fmla="*/ 3275668 w 3275668"/>
              <a:gd name="connsiteY5" fmla="*/ 0 h 28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5668" h="2853308">
                <a:moveTo>
                  <a:pt x="3275668" y="2853308"/>
                </a:moveTo>
                <a:lnTo>
                  <a:pt x="655" y="2853308"/>
                </a:lnTo>
                <a:cubicBezTo>
                  <a:pt x="-655" y="2720171"/>
                  <a:pt x="1310" y="2600702"/>
                  <a:pt x="0" y="2467565"/>
                </a:cubicBezTo>
                <a:lnTo>
                  <a:pt x="2869894" y="2468888"/>
                </a:lnTo>
                <a:lnTo>
                  <a:pt x="2869894" y="0"/>
                </a:lnTo>
                <a:lnTo>
                  <a:pt x="3275668" y="0"/>
                </a:lnTo>
                <a:close/>
              </a:path>
            </a:pathLst>
          </a:custGeom>
          <a:solidFill>
            <a:srgbClr val="4C4C4C"/>
          </a:solidFill>
          <a:ln w="0">
            <a:noFill/>
            <a:prstDash val="solid"/>
            <a:round/>
            <a:headEnd/>
            <a:tailEnd/>
          </a:ln>
        </p:spPr>
      </p:sp>
      <p:sp>
        <p:nvSpPr>
          <p:cNvPr id="23" name="Freeform: Shape 22">
            <a:extLst>
              <a:ext uri="{FF2B5EF4-FFF2-40B4-BE49-F238E27FC236}">
                <a16:creationId xmlns:a16="http://schemas.microsoft.com/office/drawing/2014/main" id="{2989BE6A-C309-418E-8ADD-1616A9805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55822" y="3222529"/>
            <a:ext cx="3242952" cy="2828156"/>
          </a:xfrm>
          <a:custGeom>
            <a:avLst/>
            <a:gdLst>
              <a:gd name="connsiteX0" fmla="*/ 2837178 w 3242952"/>
              <a:gd name="connsiteY0" fmla="*/ 0 h 2828156"/>
              <a:gd name="connsiteX1" fmla="*/ 3242952 w 3242952"/>
              <a:gd name="connsiteY1" fmla="*/ 0 h 2828156"/>
              <a:gd name="connsiteX2" fmla="*/ 3242952 w 3242952"/>
              <a:gd name="connsiteY2" fmla="*/ 2828156 h 2828156"/>
              <a:gd name="connsiteX3" fmla="*/ 0 w 3242952"/>
              <a:gd name="connsiteY3" fmla="*/ 2828156 h 2828156"/>
              <a:gd name="connsiteX4" fmla="*/ 0 w 3242952"/>
              <a:gd name="connsiteY4" fmla="*/ 2442859 h 2828156"/>
              <a:gd name="connsiteX5" fmla="*/ 2837178 w 3242952"/>
              <a:gd name="connsiteY5" fmla="*/ 2443295 h 282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2952" h="2828156">
                <a:moveTo>
                  <a:pt x="2837178" y="0"/>
                </a:moveTo>
                <a:lnTo>
                  <a:pt x="3242952" y="0"/>
                </a:lnTo>
                <a:lnTo>
                  <a:pt x="3242952" y="2828156"/>
                </a:lnTo>
                <a:lnTo>
                  <a:pt x="0" y="2828156"/>
                </a:lnTo>
                <a:lnTo>
                  <a:pt x="0" y="2442859"/>
                </a:lnTo>
                <a:lnTo>
                  <a:pt x="2837178" y="2443295"/>
                </a:lnTo>
                <a:close/>
              </a:path>
            </a:pathLst>
          </a:custGeom>
          <a:solidFill>
            <a:srgbClr val="4C4C4C"/>
          </a:solidFill>
          <a:ln w="0">
            <a:noFill/>
            <a:prstDash val="solid"/>
            <a:round/>
            <a:headEnd/>
            <a:tailEnd/>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D9EF21CE-B472-4309-8EE4-F1AB39009084}"/>
              </a:ext>
            </a:extLst>
          </p:cNvPr>
          <p:cNvSpPr>
            <a:spLocks noGrp="1"/>
          </p:cNvSpPr>
          <p:nvPr>
            <p:ph type="ftr" sz="quarter" idx="11"/>
          </p:nvPr>
        </p:nvSpPr>
        <p:spPr>
          <a:xfrm>
            <a:off x="4038600" y="6356350"/>
            <a:ext cx="4114800" cy="365125"/>
          </a:xfrm>
        </p:spPr>
        <p:txBody>
          <a:bodyPr vert="horz" lIns="91440" tIns="45720" rIns="91440" bIns="45720" rtlCol="0">
            <a:normAutofit/>
          </a:bodyPr>
          <a:lstStyle/>
          <a:p>
            <a:pPr>
              <a:spcAft>
                <a:spcPts val="600"/>
              </a:spcAft>
            </a:pPr>
            <a:r>
              <a:rPr lang="en-US" kern="1200">
                <a:solidFill>
                  <a:prstClr val="black">
                    <a:tint val="75000"/>
                  </a:prstClr>
                </a:solidFill>
                <a:latin typeface="+mn-lt"/>
                <a:ea typeface="+mn-ea"/>
                <a:cs typeface="+mn-cs"/>
              </a:rPr>
              <a:t>Source: IBM Cyber Security Intelligence Index</a:t>
            </a:r>
          </a:p>
        </p:txBody>
      </p:sp>
      <p:sp>
        <p:nvSpPr>
          <p:cNvPr id="3" name="Content Placeholder 2">
            <a:extLst>
              <a:ext uri="{FF2B5EF4-FFF2-40B4-BE49-F238E27FC236}">
                <a16:creationId xmlns:a16="http://schemas.microsoft.com/office/drawing/2014/main" id="{B9142AE4-24A2-4233-8126-7193C3EC04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46157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586F179-6B66-4C5B-958D-1432C1A6F50E}"/>
              </a:ext>
            </a:extLst>
          </p:cNvPr>
          <p:cNvSpPr>
            <a:spLocks noGrp="1"/>
          </p:cNvSpPr>
          <p:nvPr>
            <p:ph type="title"/>
          </p:nvPr>
        </p:nvSpPr>
        <p:spPr>
          <a:xfrm>
            <a:off x="835649" y="33552"/>
            <a:ext cx="10520702" cy="1325563"/>
          </a:xfrm>
        </p:spPr>
        <p:txBody>
          <a:bodyPr>
            <a:normAutofit/>
          </a:bodyPr>
          <a:lstStyle/>
          <a:p>
            <a:pPr algn="ctr"/>
            <a:r>
              <a:rPr lang="en-US" dirty="0"/>
              <a:t>Email Security</a:t>
            </a:r>
          </a:p>
        </p:txBody>
      </p:sp>
      <p:sp>
        <p:nvSpPr>
          <p:cNvPr id="6" name="Footer Placeholder 5">
            <a:extLst>
              <a:ext uri="{FF2B5EF4-FFF2-40B4-BE49-F238E27FC236}">
                <a16:creationId xmlns:a16="http://schemas.microsoft.com/office/drawing/2014/main" id="{00970BF1-E8BD-4A5A-92CB-11CB9AD2D73D}"/>
              </a:ext>
            </a:extLst>
          </p:cNvPr>
          <p:cNvSpPr>
            <a:spLocks noGrp="1"/>
          </p:cNvSpPr>
          <p:nvPr>
            <p:ph type="ftr" sz="quarter" idx="11"/>
          </p:nvPr>
        </p:nvSpPr>
        <p:spPr>
          <a:xfrm>
            <a:off x="91519" y="6235053"/>
            <a:ext cx="4114800" cy="365125"/>
          </a:xfrm>
        </p:spPr>
        <p:txBody>
          <a:bodyPr anchor="ctr">
            <a:normAutofit/>
          </a:bodyPr>
          <a:lstStyle/>
          <a:p>
            <a:pPr>
              <a:spcAft>
                <a:spcPts val="600"/>
              </a:spcAft>
            </a:pPr>
            <a:r>
              <a:rPr lang="en-US" baseline="30000" dirty="0">
                <a:solidFill>
                  <a:schemeClr val="tx1">
                    <a:alpha val="80000"/>
                  </a:schemeClr>
                </a:solidFill>
              </a:rPr>
              <a:t> </a:t>
            </a:r>
            <a:r>
              <a:rPr lang="en-US" dirty="0">
                <a:solidFill>
                  <a:schemeClr val="tx1">
                    <a:alpha val="80000"/>
                  </a:schemeClr>
                </a:solidFill>
              </a:rPr>
              <a:t>Source: 2019 Verizon Data Breach Investigations Report</a:t>
            </a:r>
          </a:p>
        </p:txBody>
      </p:sp>
      <p:graphicFrame>
        <p:nvGraphicFramePr>
          <p:cNvPr id="8" name="Content Placeholder 2">
            <a:extLst>
              <a:ext uri="{FF2B5EF4-FFF2-40B4-BE49-F238E27FC236}">
                <a16:creationId xmlns:a16="http://schemas.microsoft.com/office/drawing/2014/main" id="{AEE62D60-B0C0-41C2-908D-0878A3954384}"/>
              </a:ext>
            </a:extLst>
          </p:cNvPr>
          <p:cNvGraphicFramePr>
            <a:graphicFrameLocks noGrp="1"/>
          </p:cNvGraphicFramePr>
          <p:nvPr>
            <p:ph idx="1"/>
            <p:extLst>
              <p:ext uri="{D42A27DB-BD31-4B8C-83A1-F6EECF244321}">
                <p14:modId xmlns:p14="http://schemas.microsoft.com/office/powerpoint/2010/main" val="838328622"/>
              </p:ext>
            </p:extLst>
          </p:nvPr>
        </p:nvGraphicFramePr>
        <p:xfrm>
          <a:off x="5482192" y="1840157"/>
          <a:ext cx="5871512"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 name="Picture 15">
            <a:extLst>
              <a:ext uri="{FF2B5EF4-FFF2-40B4-BE49-F238E27FC236}">
                <a16:creationId xmlns:a16="http://schemas.microsoft.com/office/drawing/2014/main" id="{C9E7E002-E9AB-40A7-8CE9-F6ABB1FA8B0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2915" y="1027906"/>
            <a:ext cx="3092008" cy="5133760"/>
          </a:xfrm>
          <a:prstGeom prst="rect">
            <a:avLst/>
          </a:prstGeom>
        </p:spPr>
      </p:pic>
      <p:sp>
        <p:nvSpPr>
          <p:cNvPr id="3" name="TextBox 2">
            <a:extLst>
              <a:ext uri="{FF2B5EF4-FFF2-40B4-BE49-F238E27FC236}">
                <a16:creationId xmlns:a16="http://schemas.microsoft.com/office/drawing/2014/main" id="{014A01AA-6DAB-453C-B30A-92A86D2A0C9E}"/>
              </a:ext>
            </a:extLst>
          </p:cNvPr>
          <p:cNvSpPr txBox="1"/>
          <p:nvPr/>
        </p:nvSpPr>
        <p:spPr>
          <a:xfrm>
            <a:off x="551815" y="718467"/>
            <a:ext cx="3261149" cy="307777"/>
          </a:xfrm>
          <a:prstGeom prst="rect">
            <a:avLst/>
          </a:prstGeom>
          <a:noFill/>
        </p:spPr>
        <p:txBody>
          <a:bodyPr wrap="none" rtlCol="0">
            <a:spAutoFit/>
          </a:bodyPr>
          <a:lstStyle/>
          <a:p>
            <a:r>
              <a:rPr lang="en-US" sz="1400" b="1" u="sng" dirty="0"/>
              <a:t>Most Common Ways Malware is Installed</a:t>
            </a:r>
          </a:p>
        </p:txBody>
      </p:sp>
    </p:spTree>
    <p:extLst>
      <p:ext uri="{BB962C8B-B14F-4D97-AF65-F5344CB8AC3E}">
        <p14:creationId xmlns:p14="http://schemas.microsoft.com/office/powerpoint/2010/main" val="79456285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6134C-D2C5-467D-A357-D56796DEDBC6}"/>
              </a:ext>
            </a:extLst>
          </p:cNvPr>
          <p:cNvSpPr>
            <a:spLocks noGrp="1"/>
          </p:cNvSpPr>
          <p:nvPr>
            <p:ph type="title"/>
          </p:nvPr>
        </p:nvSpPr>
        <p:spPr/>
        <p:txBody>
          <a:bodyPr/>
          <a:lstStyle/>
          <a:p>
            <a:r>
              <a:rPr lang="en-US" dirty="0">
                <a:solidFill>
                  <a:schemeClr val="bg1"/>
                </a:solidFill>
              </a:rPr>
              <a:t>Email Security | Attachments</a:t>
            </a:r>
          </a:p>
        </p:txBody>
      </p:sp>
      <p:sp>
        <p:nvSpPr>
          <p:cNvPr id="3" name="Content Placeholder 2">
            <a:extLst>
              <a:ext uri="{FF2B5EF4-FFF2-40B4-BE49-F238E27FC236}">
                <a16:creationId xmlns:a16="http://schemas.microsoft.com/office/drawing/2014/main" id="{81B2DC9C-3BDE-48AC-B0FE-5B17B9D71CD7}"/>
              </a:ext>
            </a:extLst>
          </p:cNvPr>
          <p:cNvSpPr>
            <a:spLocks noGrp="1"/>
          </p:cNvSpPr>
          <p:nvPr>
            <p:ph idx="1"/>
          </p:nvPr>
        </p:nvSpPr>
        <p:spPr/>
        <p:txBody>
          <a:bodyPr/>
          <a:lstStyle/>
          <a:p>
            <a:pPr marL="0" indent="0">
              <a:buNone/>
            </a:pPr>
            <a:r>
              <a:rPr lang="en-US" b="1" u="sng" dirty="0">
                <a:solidFill>
                  <a:schemeClr val="bg1"/>
                </a:solidFill>
              </a:rPr>
              <a:t>NEVER</a:t>
            </a:r>
            <a:r>
              <a:rPr lang="en-US" dirty="0">
                <a:solidFill>
                  <a:schemeClr val="bg1"/>
                </a:solidFill>
              </a:rPr>
              <a:t> blindly open an email attachment. When you receive an attachment, </a:t>
            </a:r>
            <a:r>
              <a:rPr lang="en-US" b="1" u="sng" dirty="0">
                <a:solidFill>
                  <a:schemeClr val="bg1"/>
                </a:solidFill>
              </a:rPr>
              <a:t>ALWAYS</a:t>
            </a:r>
            <a:r>
              <a:rPr lang="en-US" dirty="0">
                <a:solidFill>
                  <a:schemeClr val="bg1"/>
                </a:solidFill>
              </a:rPr>
              <a:t> ask yourself the following questions:</a:t>
            </a:r>
          </a:p>
          <a:p>
            <a:pPr marL="514350" indent="-514350">
              <a:buAutoNum type="arabicPeriod"/>
            </a:pPr>
            <a:r>
              <a:rPr lang="en-US" sz="2400" dirty="0">
                <a:solidFill>
                  <a:schemeClr val="bg1"/>
                </a:solidFill>
              </a:rPr>
              <a:t>Am I expecting this attachment or email? </a:t>
            </a:r>
          </a:p>
          <a:p>
            <a:pPr marL="514350" indent="-514350">
              <a:buAutoNum type="arabicPeriod"/>
            </a:pPr>
            <a:r>
              <a:rPr lang="en-US" sz="2400" dirty="0">
                <a:solidFill>
                  <a:schemeClr val="bg1"/>
                </a:solidFill>
              </a:rPr>
              <a:t>Does the grammar used in the email sound like its coming from the sender?</a:t>
            </a:r>
          </a:p>
          <a:p>
            <a:pPr marL="514350" indent="-514350">
              <a:buAutoNum type="arabicPeriod"/>
            </a:pPr>
            <a:r>
              <a:rPr lang="en-US" sz="2400" dirty="0">
                <a:solidFill>
                  <a:schemeClr val="bg1"/>
                </a:solidFill>
              </a:rPr>
              <a:t>Is this the correct file type that I was expecting?</a:t>
            </a:r>
          </a:p>
          <a:p>
            <a:pPr marL="514350" indent="-514350">
              <a:buAutoNum type="arabicPeriod"/>
            </a:pPr>
            <a:r>
              <a:rPr lang="en-US" sz="2400" dirty="0">
                <a:solidFill>
                  <a:schemeClr val="bg1"/>
                </a:solidFill>
              </a:rPr>
              <a:t>Do I recognize this type of file?</a:t>
            </a:r>
          </a:p>
          <a:p>
            <a:pPr marL="0" indent="0">
              <a:buNone/>
            </a:pPr>
            <a:endParaRPr lang="en-US" sz="2400" dirty="0">
              <a:solidFill>
                <a:schemeClr val="bg1"/>
              </a:solidFill>
            </a:endParaRPr>
          </a:p>
          <a:p>
            <a:pPr marL="0" indent="0">
              <a:buNone/>
            </a:pPr>
            <a:r>
              <a:rPr lang="en-US" sz="2400" dirty="0">
                <a:solidFill>
                  <a:schemeClr val="bg1"/>
                </a:solidFill>
              </a:rPr>
              <a:t>If you answer no to any of these questions, it is best to contact I.T.</a:t>
            </a:r>
          </a:p>
        </p:txBody>
      </p:sp>
    </p:spTree>
    <p:extLst>
      <p:ext uri="{BB962C8B-B14F-4D97-AF65-F5344CB8AC3E}">
        <p14:creationId xmlns:p14="http://schemas.microsoft.com/office/powerpoint/2010/main" val="2078414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702C8-DA2C-448C-8103-96658560064F}"/>
              </a:ext>
            </a:extLst>
          </p:cNvPr>
          <p:cNvSpPr>
            <a:spLocks noGrp="1"/>
          </p:cNvSpPr>
          <p:nvPr>
            <p:ph type="title"/>
          </p:nvPr>
        </p:nvSpPr>
        <p:spPr/>
        <p:txBody>
          <a:bodyPr/>
          <a:lstStyle/>
          <a:p>
            <a:pPr algn="ctr"/>
            <a:r>
              <a:rPr lang="en-US" dirty="0">
                <a:solidFill>
                  <a:schemeClr val="bg1"/>
                </a:solidFill>
              </a:rPr>
              <a:t>Email Security | Attachments Cont. </a:t>
            </a:r>
          </a:p>
        </p:txBody>
      </p:sp>
      <p:sp>
        <p:nvSpPr>
          <p:cNvPr id="3" name="Content Placeholder 2">
            <a:extLst>
              <a:ext uri="{FF2B5EF4-FFF2-40B4-BE49-F238E27FC236}">
                <a16:creationId xmlns:a16="http://schemas.microsoft.com/office/drawing/2014/main" id="{5D782BEA-CC68-43A0-893F-48897DAD5BA8}"/>
              </a:ext>
            </a:extLst>
          </p:cNvPr>
          <p:cNvSpPr>
            <a:spLocks noGrp="1"/>
          </p:cNvSpPr>
          <p:nvPr>
            <p:ph idx="1"/>
          </p:nvPr>
        </p:nvSpPr>
        <p:spPr>
          <a:xfrm>
            <a:off x="631723" y="1573161"/>
            <a:ext cx="10515600" cy="572576"/>
          </a:xfrm>
        </p:spPr>
        <p:txBody>
          <a:bodyPr/>
          <a:lstStyle/>
          <a:p>
            <a:pPr marL="0" indent="0" algn="ctr">
              <a:buNone/>
            </a:pPr>
            <a:r>
              <a:rPr lang="en-US" dirty="0">
                <a:solidFill>
                  <a:schemeClr val="bg1"/>
                </a:solidFill>
              </a:rPr>
              <a:t>Familiar file extensions</a:t>
            </a:r>
          </a:p>
          <a:p>
            <a:pPr marL="0" indent="0">
              <a:buNone/>
            </a:pPr>
            <a:endParaRPr lang="en-US" dirty="0">
              <a:solidFill>
                <a:schemeClr val="bg1"/>
              </a:solidFill>
            </a:endParaRPr>
          </a:p>
          <a:p>
            <a:pPr marL="0" indent="0">
              <a:buNone/>
            </a:pPr>
            <a:endParaRPr lang="en-US" dirty="0">
              <a:solidFill>
                <a:schemeClr val="bg1"/>
              </a:solidFill>
            </a:endParaRPr>
          </a:p>
        </p:txBody>
      </p:sp>
      <p:graphicFrame>
        <p:nvGraphicFramePr>
          <p:cNvPr id="4" name="Diagram 3">
            <a:extLst>
              <a:ext uri="{FF2B5EF4-FFF2-40B4-BE49-F238E27FC236}">
                <a16:creationId xmlns:a16="http://schemas.microsoft.com/office/drawing/2014/main" id="{44DB1115-E851-444F-A527-8C8ED98C8561}"/>
              </a:ext>
            </a:extLst>
          </p:cNvPr>
          <p:cNvGraphicFramePr/>
          <p:nvPr>
            <p:extLst>
              <p:ext uri="{D42A27DB-BD31-4B8C-83A1-F6EECF244321}">
                <p14:modId xmlns:p14="http://schemas.microsoft.com/office/powerpoint/2010/main" val="750516835"/>
              </p:ext>
            </p:extLst>
          </p:nvPr>
        </p:nvGraphicFramePr>
        <p:xfrm>
          <a:off x="2349910" y="1546863"/>
          <a:ext cx="7492180" cy="49460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382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702C8-DA2C-448C-8103-96658560064F}"/>
              </a:ext>
            </a:extLst>
          </p:cNvPr>
          <p:cNvSpPr>
            <a:spLocks noGrp="1"/>
          </p:cNvSpPr>
          <p:nvPr>
            <p:ph type="title"/>
          </p:nvPr>
        </p:nvSpPr>
        <p:spPr/>
        <p:txBody>
          <a:bodyPr/>
          <a:lstStyle/>
          <a:p>
            <a:pPr algn="ctr"/>
            <a:r>
              <a:rPr lang="en-US" dirty="0">
                <a:solidFill>
                  <a:schemeClr val="bg1"/>
                </a:solidFill>
              </a:rPr>
              <a:t>Email Security | Attachments Cont. </a:t>
            </a:r>
          </a:p>
        </p:txBody>
      </p:sp>
      <p:sp>
        <p:nvSpPr>
          <p:cNvPr id="3" name="Content Placeholder 2">
            <a:extLst>
              <a:ext uri="{FF2B5EF4-FFF2-40B4-BE49-F238E27FC236}">
                <a16:creationId xmlns:a16="http://schemas.microsoft.com/office/drawing/2014/main" id="{5D782BEA-CC68-43A0-893F-48897DAD5BA8}"/>
              </a:ext>
            </a:extLst>
          </p:cNvPr>
          <p:cNvSpPr>
            <a:spLocks noGrp="1"/>
          </p:cNvSpPr>
          <p:nvPr>
            <p:ph idx="1"/>
          </p:nvPr>
        </p:nvSpPr>
        <p:spPr>
          <a:xfrm>
            <a:off x="661220" y="1573161"/>
            <a:ext cx="10515600" cy="572576"/>
          </a:xfrm>
        </p:spPr>
        <p:txBody>
          <a:bodyPr/>
          <a:lstStyle/>
          <a:p>
            <a:pPr marL="0" indent="0" algn="ctr">
              <a:buNone/>
            </a:pPr>
            <a:r>
              <a:rPr lang="en-US" dirty="0">
                <a:solidFill>
                  <a:schemeClr val="bg1"/>
                </a:solidFill>
              </a:rPr>
              <a:t>Common Dangerous File Extensions</a:t>
            </a:r>
          </a:p>
          <a:p>
            <a:pPr marL="0" indent="0">
              <a:buNone/>
            </a:pPr>
            <a:endParaRPr lang="en-US" dirty="0">
              <a:solidFill>
                <a:schemeClr val="bg1"/>
              </a:solidFill>
            </a:endParaRPr>
          </a:p>
          <a:p>
            <a:pPr marL="0" indent="0">
              <a:buNone/>
            </a:pPr>
            <a:endParaRPr lang="en-US" dirty="0">
              <a:solidFill>
                <a:schemeClr val="bg1"/>
              </a:solidFill>
            </a:endParaRPr>
          </a:p>
        </p:txBody>
      </p:sp>
      <p:graphicFrame>
        <p:nvGraphicFramePr>
          <p:cNvPr id="4" name="Diagram 3">
            <a:extLst>
              <a:ext uri="{FF2B5EF4-FFF2-40B4-BE49-F238E27FC236}">
                <a16:creationId xmlns:a16="http://schemas.microsoft.com/office/drawing/2014/main" id="{44DB1115-E851-444F-A527-8C8ED98C8561}"/>
              </a:ext>
            </a:extLst>
          </p:cNvPr>
          <p:cNvGraphicFramePr/>
          <p:nvPr>
            <p:extLst>
              <p:ext uri="{D42A27DB-BD31-4B8C-83A1-F6EECF244321}">
                <p14:modId xmlns:p14="http://schemas.microsoft.com/office/powerpoint/2010/main" val="1158536851"/>
              </p:ext>
            </p:extLst>
          </p:nvPr>
        </p:nvGraphicFramePr>
        <p:xfrm>
          <a:off x="2456512" y="1573161"/>
          <a:ext cx="6866022" cy="42858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58D7661B-C489-40B2-9180-B6DA086ED186}"/>
              </a:ext>
            </a:extLst>
          </p:cNvPr>
          <p:cNvSpPr txBox="1"/>
          <p:nvPr/>
        </p:nvSpPr>
        <p:spPr>
          <a:xfrm>
            <a:off x="3351146" y="5184388"/>
            <a:ext cx="5489708" cy="338554"/>
          </a:xfrm>
          <a:prstGeom prst="rect">
            <a:avLst/>
          </a:prstGeom>
          <a:noFill/>
        </p:spPr>
        <p:txBody>
          <a:bodyPr wrap="none" rtlCol="0">
            <a:spAutoFit/>
          </a:bodyPr>
          <a:lstStyle/>
          <a:p>
            <a:r>
              <a:rPr lang="en-US" sz="1600" dirty="0">
                <a:solidFill>
                  <a:schemeClr val="bg1"/>
                </a:solidFill>
              </a:rPr>
              <a:t>By default, these file types are filtered out by our email system.  </a:t>
            </a:r>
          </a:p>
        </p:txBody>
      </p:sp>
    </p:spTree>
    <p:extLst>
      <p:ext uri="{BB962C8B-B14F-4D97-AF65-F5344CB8AC3E}">
        <p14:creationId xmlns:p14="http://schemas.microsoft.com/office/powerpoint/2010/main" val="490165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157DE43-DE78-4AD6-B420-F0A472AF84A1}"/>
              </a:ext>
            </a:extLst>
          </p:cNvPr>
          <p:cNvSpPr>
            <a:spLocks noGrp="1"/>
          </p:cNvSpPr>
          <p:nvPr>
            <p:ph type="title"/>
          </p:nvPr>
        </p:nvSpPr>
        <p:spPr>
          <a:xfrm>
            <a:off x="833002" y="365125"/>
            <a:ext cx="10520702" cy="1325563"/>
          </a:xfrm>
        </p:spPr>
        <p:txBody>
          <a:bodyPr>
            <a:normAutofit/>
          </a:bodyPr>
          <a:lstStyle/>
          <a:p>
            <a:pPr algn="ctr"/>
            <a:r>
              <a:rPr lang="en-US" dirty="0"/>
              <a:t>Phishing</a:t>
            </a:r>
          </a:p>
        </p:txBody>
      </p:sp>
      <p:graphicFrame>
        <p:nvGraphicFramePr>
          <p:cNvPr id="5" name="Content Placeholder 2">
            <a:extLst>
              <a:ext uri="{FF2B5EF4-FFF2-40B4-BE49-F238E27FC236}">
                <a16:creationId xmlns:a16="http://schemas.microsoft.com/office/drawing/2014/main" id="{3D5F50F5-B993-4BAB-94A6-1BD141C8A994}"/>
              </a:ext>
            </a:extLst>
          </p:cNvPr>
          <p:cNvGraphicFramePr>
            <a:graphicFrameLocks noGrp="1"/>
          </p:cNvGraphicFramePr>
          <p:nvPr>
            <p:ph idx="1"/>
            <p:extLst>
              <p:ext uri="{D42A27DB-BD31-4B8C-83A1-F6EECF244321}">
                <p14:modId xmlns:p14="http://schemas.microsoft.com/office/powerpoint/2010/main" val="2569052432"/>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1650337"/>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E1FC7B4-E4A7-4452-B413-1A623E3A7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13">
            <a:extLst>
              <a:ext uri="{FF2B5EF4-FFF2-40B4-BE49-F238E27FC236}">
                <a16:creationId xmlns:a16="http://schemas.microsoft.com/office/drawing/2014/main" id="{E0709AF0-24F0-4486-B189-BE6386BD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11">
            <a:extLst>
              <a:ext uri="{FF2B5EF4-FFF2-40B4-BE49-F238E27FC236}">
                <a16:creationId xmlns:a16="http://schemas.microsoft.com/office/drawing/2014/main" id="{FBE3B62F-5853-4A3C-B050-6186351A7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C39FCA1-A1D9-4F85-8A6F-13E2D1A9D7B2}"/>
              </a:ext>
            </a:extLst>
          </p:cNvPr>
          <p:cNvSpPr>
            <a:spLocks noGrp="1"/>
          </p:cNvSpPr>
          <p:nvPr>
            <p:ph type="title"/>
          </p:nvPr>
        </p:nvSpPr>
        <p:spPr>
          <a:xfrm>
            <a:off x="742135" y="136525"/>
            <a:ext cx="10828094" cy="1325563"/>
          </a:xfrm>
        </p:spPr>
        <p:txBody>
          <a:bodyPr>
            <a:normAutofit/>
          </a:bodyPr>
          <a:lstStyle/>
          <a:p>
            <a:pPr algn="ctr"/>
            <a:r>
              <a:rPr lang="en-US" dirty="0"/>
              <a:t>Phishing Cont.</a:t>
            </a:r>
          </a:p>
        </p:txBody>
      </p:sp>
      <p:pic>
        <p:nvPicPr>
          <p:cNvPr id="7" name="Content Placeholder 3">
            <a:extLst>
              <a:ext uri="{FF2B5EF4-FFF2-40B4-BE49-F238E27FC236}">
                <a16:creationId xmlns:a16="http://schemas.microsoft.com/office/drawing/2014/main" id="{FC488F8B-FFEB-48DD-8B94-30EF6645F144}"/>
              </a:ext>
            </a:extLst>
          </p:cNvPr>
          <p:cNvPicPr>
            <a:picLocks noChangeAspect="1"/>
          </p:cNvPicPr>
          <p:nvPr/>
        </p:nvPicPr>
        <p:blipFill>
          <a:blip r:embed="rId2"/>
          <a:stretch>
            <a:fillRect/>
          </a:stretch>
        </p:blipFill>
        <p:spPr>
          <a:xfrm>
            <a:off x="2451782" y="3024947"/>
            <a:ext cx="6883190" cy="2873728"/>
          </a:xfrm>
          <a:prstGeom prst="rect">
            <a:avLst/>
          </a:prstGeom>
        </p:spPr>
      </p:pic>
      <p:sp>
        <p:nvSpPr>
          <p:cNvPr id="3" name="Footer Placeholder 2">
            <a:extLst>
              <a:ext uri="{FF2B5EF4-FFF2-40B4-BE49-F238E27FC236}">
                <a16:creationId xmlns:a16="http://schemas.microsoft.com/office/drawing/2014/main" id="{0351B4DC-D403-4158-9338-429DAA6BDD68}"/>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solidFill>
                  <a:schemeClr val="tx1">
                    <a:alpha val="80000"/>
                  </a:schemeClr>
                </a:solidFill>
              </a:rPr>
              <a:t>Source:  2019 Webroot Threat Report</a:t>
            </a:r>
          </a:p>
        </p:txBody>
      </p:sp>
      <p:sp>
        <p:nvSpPr>
          <p:cNvPr id="5" name="Rectangle 4">
            <a:extLst>
              <a:ext uri="{FF2B5EF4-FFF2-40B4-BE49-F238E27FC236}">
                <a16:creationId xmlns:a16="http://schemas.microsoft.com/office/drawing/2014/main" id="{8BC59CE7-1473-456A-8D4E-DA7A3399ADAF}"/>
              </a:ext>
            </a:extLst>
          </p:cNvPr>
          <p:cNvSpPr/>
          <p:nvPr/>
        </p:nvSpPr>
        <p:spPr>
          <a:xfrm>
            <a:off x="2628852" y="1419291"/>
            <a:ext cx="6096000" cy="646331"/>
          </a:xfrm>
          <a:prstGeom prst="rect">
            <a:avLst/>
          </a:prstGeom>
        </p:spPr>
        <p:txBody>
          <a:bodyPr wrap="square">
            <a:spAutoFit/>
          </a:bodyPr>
          <a:lstStyle/>
          <a:p>
            <a:r>
              <a:rPr lang="en-US" dirty="0"/>
              <a:t>According to the 2019 Webroot Threat report, the number of Phishing grew 36% in 2018</a:t>
            </a:r>
          </a:p>
        </p:txBody>
      </p:sp>
      <p:sp>
        <p:nvSpPr>
          <p:cNvPr id="4" name="TextBox 3">
            <a:extLst>
              <a:ext uri="{FF2B5EF4-FFF2-40B4-BE49-F238E27FC236}">
                <a16:creationId xmlns:a16="http://schemas.microsoft.com/office/drawing/2014/main" id="{E240F0CB-DC1B-4B00-AEA9-BEC3006984D5}"/>
              </a:ext>
            </a:extLst>
          </p:cNvPr>
          <p:cNvSpPr txBox="1"/>
          <p:nvPr/>
        </p:nvSpPr>
        <p:spPr>
          <a:xfrm>
            <a:off x="3854024" y="2611444"/>
            <a:ext cx="4078705" cy="369332"/>
          </a:xfrm>
          <a:prstGeom prst="rect">
            <a:avLst/>
          </a:prstGeom>
          <a:noFill/>
        </p:spPr>
        <p:txBody>
          <a:bodyPr wrap="square" rtlCol="0">
            <a:spAutoFit/>
          </a:bodyPr>
          <a:lstStyle/>
          <a:p>
            <a:r>
              <a:rPr lang="en-US" dirty="0"/>
              <a:t>Top 10 impersonated companies of 2018</a:t>
            </a:r>
          </a:p>
        </p:txBody>
      </p:sp>
    </p:spTree>
    <p:extLst>
      <p:ext uri="{BB962C8B-B14F-4D97-AF65-F5344CB8AC3E}">
        <p14:creationId xmlns:p14="http://schemas.microsoft.com/office/powerpoint/2010/main" val="3815051507"/>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77D08C8-F30D-4658-B9B2-C29A8CBEB087}"/>
              </a:ext>
            </a:extLst>
          </p:cNvPr>
          <p:cNvSpPr>
            <a:spLocks noGrp="1"/>
          </p:cNvSpPr>
          <p:nvPr>
            <p:ph type="title"/>
          </p:nvPr>
        </p:nvSpPr>
        <p:spPr>
          <a:xfrm>
            <a:off x="833002" y="365125"/>
            <a:ext cx="10520702" cy="1325563"/>
          </a:xfrm>
        </p:spPr>
        <p:txBody>
          <a:bodyPr>
            <a:normAutofit/>
          </a:bodyPr>
          <a:lstStyle/>
          <a:p>
            <a:pPr algn="ctr"/>
            <a:r>
              <a:rPr lang="en-US" dirty="0"/>
              <a:t>Spotting a Phishing Email</a:t>
            </a:r>
          </a:p>
        </p:txBody>
      </p:sp>
      <p:graphicFrame>
        <p:nvGraphicFramePr>
          <p:cNvPr id="5" name="Content Placeholder 2">
            <a:extLst>
              <a:ext uri="{FF2B5EF4-FFF2-40B4-BE49-F238E27FC236}">
                <a16:creationId xmlns:a16="http://schemas.microsoft.com/office/drawing/2014/main" id="{137EF2E2-083E-481C-9BDF-07238FAA6E98}"/>
              </a:ext>
            </a:extLst>
          </p:cNvPr>
          <p:cNvGraphicFramePr>
            <a:graphicFrameLocks noGrp="1"/>
          </p:cNvGraphicFramePr>
          <p:nvPr>
            <p:ph idx="1"/>
            <p:extLst>
              <p:ext uri="{D42A27DB-BD31-4B8C-83A1-F6EECF244321}">
                <p14:modId xmlns:p14="http://schemas.microsoft.com/office/powerpoint/2010/main" val="1586247706"/>
              </p:ext>
            </p:extLst>
          </p:nvPr>
        </p:nvGraphicFramePr>
        <p:xfrm>
          <a:off x="838104" y="1690688"/>
          <a:ext cx="10515600" cy="4154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345162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CE8CEF47-0DFC-4D75-98E1-C9EB82F06318}"/>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a:stretch/>
        </p:blipFill>
        <p:spPr>
          <a:xfrm>
            <a:off x="0" y="10"/>
            <a:ext cx="12192000" cy="6857990"/>
          </a:xfrm>
          <a:prstGeom prst="rect">
            <a:avLst/>
          </a:prstGeom>
        </p:spPr>
      </p:pic>
      <p:sp>
        <p:nvSpPr>
          <p:cNvPr id="17"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71AF0C81-4E73-4C97-B359-230960D28F61}"/>
              </a:ext>
            </a:extLst>
          </p:cNvPr>
          <p:cNvSpPr>
            <a:spLocks noGrp="1"/>
          </p:cNvSpPr>
          <p:nvPr>
            <p:ph type="title"/>
          </p:nvPr>
        </p:nvSpPr>
        <p:spPr>
          <a:xfrm>
            <a:off x="906517" y="1804474"/>
            <a:ext cx="4204137" cy="1342754"/>
          </a:xfrm>
        </p:spPr>
        <p:txBody>
          <a:bodyPr vert="horz" lIns="91440" tIns="45720" rIns="91440" bIns="45720" rtlCol="0" anchor="ctr">
            <a:normAutofit/>
          </a:bodyPr>
          <a:lstStyle/>
          <a:p>
            <a:pPr algn="ctr"/>
            <a:r>
              <a:rPr lang="en-US" sz="2400" b="1" dirty="0"/>
              <a:t>What is Spear Phishing?</a:t>
            </a:r>
          </a:p>
        </p:txBody>
      </p:sp>
      <p:cxnSp>
        <p:nvCxnSpPr>
          <p:cNvPr id="26" name="Straight Connector 18">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pic>
        <p:nvPicPr>
          <p:cNvPr id="13" name="Online Media 12">
            <a:hlinkClick r:id="" action="ppaction://media"/>
            <a:extLst>
              <a:ext uri="{FF2B5EF4-FFF2-40B4-BE49-F238E27FC236}">
                <a16:creationId xmlns:a16="http://schemas.microsoft.com/office/drawing/2014/main" id="{36E051B6-8607-46D8-933B-B16BF3502A53}"/>
              </a:ext>
            </a:extLst>
          </p:cNvPr>
          <p:cNvPicPr>
            <a:picLocks noRot="1" noChangeAspect="1"/>
          </p:cNvPicPr>
          <p:nvPr>
            <a:videoFile r:link="rId1"/>
          </p:nvPr>
        </p:nvPicPr>
        <p:blipFill>
          <a:blip r:embed="rId4"/>
          <a:stretch>
            <a:fillRect/>
          </a:stretch>
        </p:blipFill>
        <p:spPr>
          <a:xfrm>
            <a:off x="642842" y="2720751"/>
            <a:ext cx="4731488" cy="2661460"/>
          </a:xfrm>
          <a:prstGeom prst="rect">
            <a:avLst/>
          </a:prstGeom>
        </p:spPr>
      </p:pic>
      <p:sp>
        <p:nvSpPr>
          <p:cNvPr id="3" name="Footer Placeholder 2">
            <a:extLst>
              <a:ext uri="{FF2B5EF4-FFF2-40B4-BE49-F238E27FC236}">
                <a16:creationId xmlns:a16="http://schemas.microsoft.com/office/drawing/2014/main" id="{217BD418-8922-45B0-A7DE-5372153E7347}"/>
              </a:ext>
            </a:extLst>
          </p:cNvPr>
          <p:cNvSpPr>
            <a:spLocks noGrp="1"/>
          </p:cNvSpPr>
          <p:nvPr>
            <p:ph type="ftr" sz="quarter" idx="11"/>
          </p:nvPr>
        </p:nvSpPr>
        <p:spPr/>
        <p:txBody>
          <a:bodyPr/>
          <a:lstStyle/>
          <a:p>
            <a:r>
              <a:rPr lang="en-US"/>
              <a:t>Video Source: Washington Post</a:t>
            </a:r>
          </a:p>
        </p:txBody>
      </p:sp>
    </p:spTree>
    <p:extLst>
      <p:ext uri="{BB962C8B-B14F-4D97-AF65-F5344CB8AC3E}">
        <p14:creationId xmlns:p14="http://schemas.microsoft.com/office/powerpoint/2010/main" val="3499495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455098-C622-4A11-BDCE-EE9BA7ED23A3}"/>
              </a:ext>
            </a:extLst>
          </p:cNvPr>
          <p:cNvSpPr>
            <a:spLocks noGrp="1"/>
          </p:cNvSpPr>
          <p:nvPr>
            <p:ph type="title"/>
          </p:nvPr>
        </p:nvSpPr>
        <p:spPr>
          <a:xfrm>
            <a:off x="643467" y="643467"/>
            <a:ext cx="3363974" cy="1597315"/>
          </a:xfrm>
          <a:noFill/>
          <a:ln w="19050">
            <a:solidFill>
              <a:schemeClr val="bg1"/>
            </a:solidFill>
          </a:ln>
        </p:spPr>
        <p:txBody>
          <a:bodyPr vert="horz" wrap="square" lIns="91440" tIns="45720" rIns="91440" bIns="45720" rtlCol="0" anchor="ctr">
            <a:normAutofit/>
          </a:bodyPr>
          <a:lstStyle/>
          <a:p>
            <a:pPr algn="ctr"/>
            <a:r>
              <a:rPr lang="en-US" sz="2800" kern="1200">
                <a:solidFill>
                  <a:schemeClr val="bg1"/>
                </a:solidFill>
                <a:latin typeface="+mj-lt"/>
                <a:ea typeface="+mj-ea"/>
                <a:cs typeface="+mj-cs"/>
              </a:rPr>
              <a:t>Classic Phishing</a:t>
            </a:r>
          </a:p>
        </p:txBody>
      </p:sp>
      <p:sp>
        <p:nvSpPr>
          <p:cNvPr id="14" name="TextBox 13">
            <a:extLst>
              <a:ext uri="{FF2B5EF4-FFF2-40B4-BE49-F238E27FC236}">
                <a16:creationId xmlns:a16="http://schemas.microsoft.com/office/drawing/2014/main" id="{CA2A6D3D-F067-49C0-9AF9-CF949E7311FA}"/>
              </a:ext>
            </a:extLst>
          </p:cNvPr>
          <p:cNvSpPr txBox="1"/>
          <p:nvPr/>
        </p:nvSpPr>
        <p:spPr>
          <a:xfrm>
            <a:off x="643468" y="2638044"/>
            <a:ext cx="3363974" cy="341562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solidFill>
                  <a:schemeClr val="bg1"/>
                </a:solidFill>
              </a:rPr>
              <a:t>Everyone has a rich friend from India</a:t>
            </a:r>
          </a:p>
          <a:p>
            <a:pPr indent="-228600">
              <a:lnSpc>
                <a:spcPct val="90000"/>
              </a:lnSpc>
              <a:spcAft>
                <a:spcPts val="600"/>
              </a:spcAft>
              <a:buFont typeface="Arial" panose="020B0604020202020204" pitchFamily="34" charset="0"/>
              <a:buChar char="•"/>
            </a:pPr>
            <a:endParaRPr lang="en-US" sz="2000" dirty="0">
              <a:solidFill>
                <a:schemeClr val="bg1"/>
              </a:solidFill>
            </a:endParaRPr>
          </a:p>
          <a:p>
            <a:pPr marL="285750" indent="-228600">
              <a:lnSpc>
                <a:spcPct val="90000"/>
              </a:lnSpc>
              <a:spcAft>
                <a:spcPts val="600"/>
              </a:spcAft>
              <a:buFont typeface="Arial" panose="020B0604020202020204" pitchFamily="34" charset="0"/>
              <a:buChar char="•"/>
            </a:pPr>
            <a:r>
              <a:rPr lang="en-US" sz="2000" dirty="0">
                <a:solidFill>
                  <a:schemeClr val="bg1"/>
                </a:solidFill>
              </a:rPr>
              <a:t>Attempts to get banking information</a:t>
            </a:r>
          </a:p>
          <a:p>
            <a:pPr marL="285750" indent="-228600">
              <a:lnSpc>
                <a:spcPct val="90000"/>
              </a:lnSpc>
              <a:spcAft>
                <a:spcPts val="600"/>
              </a:spcAft>
              <a:buFont typeface="Arial" panose="020B0604020202020204" pitchFamily="34" charset="0"/>
              <a:buChar char="•"/>
            </a:pPr>
            <a:r>
              <a:rPr lang="en-US" sz="2000" dirty="0">
                <a:solidFill>
                  <a:schemeClr val="bg1"/>
                </a:solidFill>
              </a:rPr>
              <a:t>May ask for small payments</a:t>
            </a:r>
          </a:p>
          <a:p>
            <a:pPr marL="285750" indent="-228600">
              <a:lnSpc>
                <a:spcPct val="90000"/>
              </a:lnSpc>
              <a:spcAft>
                <a:spcPts val="600"/>
              </a:spcAft>
              <a:buFont typeface="Arial" panose="020B0604020202020204" pitchFamily="34" charset="0"/>
              <a:buChar char="•"/>
            </a:pPr>
            <a:endParaRPr lang="en-US" sz="2000" dirty="0">
              <a:solidFill>
                <a:schemeClr val="bg1"/>
              </a:solidFill>
            </a:endParaRPr>
          </a:p>
        </p:txBody>
      </p:sp>
      <p:pic>
        <p:nvPicPr>
          <p:cNvPr id="12" name="Content Placeholder 11">
            <a:extLst>
              <a:ext uri="{FF2B5EF4-FFF2-40B4-BE49-F238E27FC236}">
                <a16:creationId xmlns:a16="http://schemas.microsoft.com/office/drawing/2014/main" id="{EFAD6C0C-7455-48B3-B4E2-A7014DB55AC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97763" y="749040"/>
            <a:ext cx="6250769" cy="5199052"/>
          </a:xfrm>
          <a:prstGeom prst="rect">
            <a:avLst/>
          </a:prstGeom>
        </p:spPr>
      </p:pic>
    </p:spTree>
    <p:extLst>
      <p:ext uri="{BB962C8B-B14F-4D97-AF65-F5344CB8AC3E}">
        <p14:creationId xmlns:p14="http://schemas.microsoft.com/office/powerpoint/2010/main" val="808578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E77C4-EF5A-436E-8022-3ED87ECC4C24}"/>
              </a:ext>
            </a:extLst>
          </p:cNvPr>
          <p:cNvSpPr>
            <a:spLocks noGrp="1"/>
          </p:cNvSpPr>
          <p:nvPr>
            <p:ph type="title"/>
          </p:nvPr>
        </p:nvSpPr>
        <p:spPr>
          <a:xfrm>
            <a:off x="643467" y="643467"/>
            <a:ext cx="3363974" cy="1597315"/>
          </a:xfrm>
          <a:noFill/>
          <a:ln w="19050">
            <a:solidFill>
              <a:schemeClr val="bg1"/>
            </a:solidFill>
          </a:ln>
        </p:spPr>
        <p:txBody>
          <a:bodyPr vert="horz" wrap="square" lIns="91440" tIns="45720" rIns="91440" bIns="45720" rtlCol="0" anchor="ctr">
            <a:normAutofit/>
          </a:bodyPr>
          <a:lstStyle/>
          <a:p>
            <a:pPr algn="ctr"/>
            <a:r>
              <a:rPr lang="en-US" sz="2800" dirty="0">
                <a:solidFill>
                  <a:schemeClr val="bg1"/>
                </a:solidFill>
              </a:rPr>
              <a:t>Spear Phishing</a:t>
            </a:r>
            <a:endParaRPr lang="en-US" sz="2800" kern="1200" dirty="0">
              <a:solidFill>
                <a:schemeClr val="bg1"/>
              </a:solidFill>
              <a:latin typeface="+mj-lt"/>
              <a:ea typeface="+mj-ea"/>
              <a:cs typeface="+mj-cs"/>
            </a:endParaRPr>
          </a:p>
        </p:txBody>
      </p:sp>
      <p:sp>
        <p:nvSpPr>
          <p:cNvPr id="6" name="TextBox 5">
            <a:extLst>
              <a:ext uri="{FF2B5EF4-FFF2-40B4-BE49-F238E27FC236}">
                <a16:creationId xmlns:a16="http://schemas.microsoft.com/office/drawing/2014/main" id="{D04FD04D-6491-4372-B2EE-F26E05A71095}"/>
              </a:ext>
            </a:extLst>
          </p:cNvPr>
          <p:cNvSpPr txBox="1"/>
          <p:nvPr/>
        </p:nvSpPr>
        <p:spPr>
          <a:xfrm>
            <a:off x="643468" y="2638044"/>
            <a:ext cx="3363974" cy="3415622"/>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endParaRPr lang="en-US" sz="2000" dirty="0">
              <a:solidFill>
                <a:schemeClr val="bg1"/>
              </a:solidFill>
            </a:endParaRPr>
          </a:p>
        </p:txBody>
      </p:sp>
      <p:sp>
        <p:nvSpPr>
          <p:cNvPr id="3" name="Rectangle 2">
            <a:extLst>
              <a:ext uri="{FF2B5EF4-FFF2-40B4-BE49-F238E27FC236}">
                <a16:creationId xmlns:a16="http://schemas.microsoft.com/office/drawing/2014/main" id="{1E67F181-7DEB-4878-9C96-462ECAFE9083}"/>
              </a:ext>
            </a:extLst>
          </p:cNvPr>
          <p:cNvSpPr/>
          <p:nvPr/>
        </p:nvSpPr>
        <p:spPr>
          <a:xfrm>
            <a:off x="643467" y="2638044"/>
            <a:ext cx="3048000" cy="3564053"/>
          </a:xfrm>
          <a:prstGeom prst="rect">
            <a:avLst/>
          </a:prstGeom>
        </p:spPr>
        <p:txBody>
          <a:bodyPr wrap="square">
            <a:spAutoFit/>
          </a:bodyPr>
          <a:lstStyle/>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dirty="0">
                <a:solidFill>
                  <a:schemeClr val="bg1"/>
                </a:solidFill>
              </a:rPr>
              <a:t>A specific and targeted attack at the company. The hacker is using an employees identity to gain trust. </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dirty="0">
                <a:solidFill>
                  <a:schemeClr val="bg1"/>
                </a:solidFill>
              </a:rPr>
              <a:t>Hacker used “Link Manipulation” to hide a malicious address. </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dirty="0">
                <a:solidFill>
                  <a:schemeClr val="bg1"/>
                </a:solidFill>
              </a:rPr>
              <a:t>The email account was either spoofed or compromised.</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dirty="0">
                <a:solidFill>
                  <a:schemeClr val="bg1"/>
                </a:solidFill>
              </a:rPr>
              <a:t>Has an attachment that could contain malware.</a:t>
            </a:r>
          </a:p>
        </p:txBody>
      </p:sp>
      <p:pic>
        <p:nvPicPr>
          <p:cNvPr id="8" name="Picture 7">
            <a:extLst>
              <a:ext uri="{FF2B5EF4-FFF2-40B4-BE49-F238E27FC236}">
                <a16:creationId xmlns:a16="http://schemas.microsoft.com/office/drawing/2014/main" id="{A050E42A-AD55-40AD-B796-1981B637DBB5}"/>
              </a:ext>
            </a:extLst>
          </p:cNvPr>
          <p:cNvPicPr>
            <a:picLocks noChangeAspect="1"/>
          </p:cNvPicPr>
          <p:nvPr/>
        </p:nvPicPr>
        <p:blipFill>
          <a:blip r:embed="rId3"/>
          <a:stretch>
            <a:fillRect/>
          </a:stretch>
        </p:blipFill>
        <p:spPr>
          <a:xfrm>
            <a:off x="4808895" y="2006712"/>
            <a:ext cx="7157886" cy="2844576"/>
          </a:xfrm>
          <a:prstGeom prst="rect">
            <a:avLst/>
          </a:prstGeom>
        </p:spPr>
      </p:pic>
    </p:spTree>
    <p:extLst>
      <p:ext uri="{BB962C8B-B14F-4D97-AF65-F5344CB8AC3E}">
        <p14:creationId xmlns:p14="http://schemas.microsoft.com/office/powerpoint/2010/main" val="2679619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E77C4-EF5A-436E-8022-3ED87ECC4C24}"/>
              </a:ext>
            </a:extLst>
          </p:cNvPr>
          <p:cNvSpPr>
            <a:spLocks noGrp="1"/>
          </p:cNvSpPr>
          <p:nvPr>
            <p:ph type="title"/>
          </p:nvPr>
        </p:nvSpPr>
        <p:spPr>
          <a:xfrm>
            <a:off x="643467" y="643467"/>
            <a:ext cx="3363974" cy="1597315"/>
          </a:xfrm>
          <a:noFill/>
          <a:ln w="19050">
            <a:solidFill>
              <a:schemeClr val="bg1"/>
            </a:solidFill>
          </a:ln>
        </p:spPr>
        <p:txBody>
          <a:bodyPr vert="horz" wrap="square" lIns="91440" tIns="45720" rIns="91440" bIns="45720" rtlCol="0" anchor="ctr">
            <a:normAutofit/>
          </a:bodyPr>
          <a:lstStyle/>
          <a:p>
            <a:pPr algn="ctr"/>
            <a:r>
              <a:rPr lang="en-US" sz="2800" dirty="0">
                <a:solidFill>
                  <a:schemeClr val="bg1"/>
                </a:solidFill>
              </a:rPr>
              <a:t>Whaling</a:t>
            </a:r>
            <a:endParaRPr lang="en-US" sz="2800" kern="1200" dirty="0">
              <a:solidFill>
                <a:schemeClr val="bg1"/>
              </a:solidFill>
              <a:latin typeface="+mj-lt"/>
              <a:ea typeface="+mj-ea"/>
              <a:cs typeface="+mj-cs"/>
            </a:endParaRPr>
          </a:p>
        </p:txBody>
      </p:sp>
      <p:sp>
        <p:nvSpPr>
          <p:cNvPr id="6" name="TextBox 5">
            <a:extLst>
              <a:ext uri="{FF2B5EF4-FFF2-40B4-BE49-F238E27FC236}">
                <a16:creationId xmlns:a16="http://schemas.microsoft.com/office/drawing/2014/main" id="{D04FD04D-6491-4372-B2EE-F26E05A71095}"/>
              </a:ext>
            </a:extLst>
          </p:cNvPr>
          <p:cNvSpPr txBox="1"/>
          <p:nvPr/>
        </p:nvSpPr>
        <p:spPr>
          <a:xfrm>
            <a:off x="643468" y="2638044"/>
            <a:ext cx="3363974" cy="3415622"/>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endParaRPr lang="en-US" sz="2000" dirty="0">
              <a:solidFill>
                <a:schemeClr val="bg1"/>
              </a:solidFill>
            </a:endParaRPr>
          </a:p>
        </p:txBody>
      </p:sp>
      <p:sp>
        <p:nvSpPr>
          <p:cNvPr id="3" name="Rectangle 2">
            <a:extLst>
              <a:ext uri="{FF2B5EF4-FFF2-40B4-BE49-F238E27FC236}">
                <a16:creationId xmlns:a16="http://schemas.microsoft.com/office/drawing/2014/main" id="{1E67F181-7DEB-4878-9C96-462ECAFE9083}"/>
              </a:ext>
            </a:extLst>
          </p:cNvPr>
          <p:cNvSpPr/>
          <p:nvPr/>
        </p:nvSpPr>
        <p:spPr>
          <a:xfrm>
            <a:off x="643467" y="2625344"/>
            <a:ext cx="3048000" cy="3564053"/>
          </a:xfrm>
          <a:prstGeom prst="rect">
            <a:avLst/>
          </a:prstGeom>
        </p:spPr>
        <p:txBody>
          <a:bodyPr wrap="square">
            <a:spAutoFit/>
          </a:bodyPr>
          <a:lstStyle/>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dirty="0">
                <a:solidFill>
                  <a:schemeClr val="bg1"/>
                </a:solidFill>
              </a:rPr>
              <a:t>Attempts to hijack information or infect the computer of high profile employee (President, Vice President, Owner etc.).</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dirty="0">
                <a:solidFill>
                  <a:schemeClr val="bg1"/>
                </a:solidFill>
              </a:rPr>
              <a:t>Can even come from the email of another employee (if they had an account breach).</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dirty="0">
                <a:solidFill>
                  <a:schemeClr val="bg1"/>
                </a:solidFill>
              </a:rPr>
              <a:t>Can be very convincing because the email is usually custom tailored.</a:t>
            </a:r>
          </a:p>
          <a:p>
            <a:pPr marL="57150" marR="0" lvl="0" fontAlgn="auto">
              <a:lnSpc>
                <a:spcPct val="90000"/>
              </a:lnSpc>
              <a:spcBef>
                <a:spcPts val="0"/>
              </a:spcBef>
              <a:spcAft>
                <a:spcPts val="600"/>
              </a:spcAft>
              <a:buClrTx/>
              <a:buSzTx/>
              <a:tabLst/>
              <a:defRPr/>
            </a:pPr>
            <a:endParaRPr lang="en-US" dirty="0">
              <a:solidFill>
                <a:schemeClr val="bg1"/>
              </a:solidFill>
            </a:endParaRPr>
          </a:p>
        </p:txBody>
      </p:sp>
      <p:pic>
        <p:nvPicPr>
          <p:cNvPr id="5" name="Picture 4" descr="A screenshot of a cell phone&#10;&#10;Description generated with very high confidence">
            <a:extLst>
              <a:ext uri="{FF2B5EF4-FFF2-40B4-BE49-F238E27FC236}">
                <a16:creationId xmlns:a16="http://schemas.microsoft.com/office/drawing/2014/main" id="{F6762887-86DF-4A12-8B1F-080438CB07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3708" y="1767305"/>
            <a:ext cx="7239000" cy="3323390"/>
          </a:xfrm>
          <a:prstGeom prst="rect">
            <a:avLst/>
          </a:prstGeom>
        </p:spPr>
      </p:pic>
    </p:spTree>
    <p:extLst>
      <p:ext uri="{BB962C8B-B14F-4D97-AF65-F5344CB8AC3E}">
        <p14:creationId xmlns:p14="http://schemas.microsoft.com/office/powerpoint/2010/main" val="4052565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E77C4-EF5A-436E-8022-3ED87ECC4C24}"/>
              </a:ext>
            </a:extLst>
          </p:cNvPr>
          <p:cNvSpPr>
            <a:spLocks noGrp="1"/>
          </p:cNvSpPr>
          <p:nvPr>
            <p:ph type="title"/>
          </p:nvPr>
        </p:nvSpPr>
        <p:spPr>
          <a:xfrm>
            <a:off x="643467" y="643467"/>
            <a:ext cx="3363974" cy="1597315"/>
          </a:xfrm>
          <a:noFill/>
          <a:ln w="19050">
            <a:solidFill>
              <a:schemeClr val="bg1"/>
            </a:solidFill>
          </a:ln>
        </p:spPr>
        <p:txBody>
          <a:bodyPr vert="horz" wrap="square" lIns="91440" tIns="45720" rIns="91440" bIns="45720" rtlCol="0" anchor="ctr">
            <a:normAutofit/>
          </a:bodyPr>
          <a:lstStyle/>
          <a:p>
            <a:pPr algn="ctr"/>
            <a:r>
              <a:rPr lang="en-US" sz="2800" kern="1200">
                <a:solidFill>
                  <a:schemeClr val="bg1"/>
                </a:solidFill>
                <a:latin typeface="+mj-lt"/>
                <a:ea typeface="+mj-ea"/>
                <a:cs typeface="+mj-cs"/>
              </a:rPr>
              <a:t>Link Manipulation</a:t>
            </a:r>
          </a:p>
        </p:txBody>
      </p:sp>
      <p:sp>
        <p:nvSpPr>
          <p:cNvPr id="6" name="TextBox 5">
            <a:extLst>
              <a:ext uri="{FF2B5EF4-FFF2-40B4-BE49-F238E27FC236}">
                <a16:creationId xmlns:a16="http://schemas.microsoft.com/office/drawing/2014/main" id="{D04FD04D-6491-4372-B2EE-F26E05A71095}"/>
              </a:ext>
            </a:extLst>
          </p:cNvPr>
          <p:cNvSpPr txBox="1"/>
          <p:nvPr/>
        </p:nvSpPr>
        <p:spPr>
          <a:xfrm>
            <a:off x="643468" y="2638044"/>
            <a:ext cx="3363974" cy="3415622"/>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2000">
                <a:solidFill>
                  <a:schemeClr val="bg1"/>
                </a:solidFill>
              </a:rPr>
              <a:t>Hacker hides a malicious link in the email to redirect the user to a dangerous website</a:t>
            </a:r>
          </a:p>
          <a:p>
            <a:pPr marL="285750" indent="-228600">
              <a:lnSpc>
                <a:spcPct val="90000"/>
              </a:lnSpc>
              <a:spcAft>
                <a:spcPts val="600"/>
              </a:spcAft>
              <a:buFont typeface="Arial" panose="020B0604020202020204" pitchFamily="34" charset="0"/>
              <a:buChar char="•"/>
            </a:pPr>
            <a:r>
              <a:rPr lang="en-US" sz="2000">
                <a:solidFill>
                  <a:schemeClr val="bg1"/>
                </a:solidFill>
              </a:rPr>
              <a:t>The dangerous websites usually ask for account information</a:t>
            </a:r>
          </a:p>
        </p:txBody>
      </p:sp>
      <p:pic>
        <p:nvPicPr>
          <p:cNvPr id="5" name="Content Placeholder 4">
            <a:extLst>
              <a:ext uri="{FF2B5EF4-FFF2-40B4-BE49-F238E27FC236}">
                <a16:creationId xmlns:a16="http://schemas.microsoft.com/office/drawing/2014/main" id="{9E8D8955-1CED-4BF8-98DD-063CA63930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97763" y="1606165"/>
            <a:ext cx="6250769" cy="3484803"/>
          </a:xfrm>
          <a:prstGeom prst="rect">
            <a:avLst/>
          </a:prstGeom>
        </p:spPr>
      </p:pic>
    </p:spTree>
    <p:extLst>
      <p:ext uri="{BB962C8B-B14F-4D97-AF65-F5344CB8AC3E}">
        <p14:creationId xmlns:p14="http://schemas.microsoft.com/office/powerpoint/2010/main" val="2545293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56895C-DFE1-47B4-97AB-7055BE54205C}"/>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rPr>
              <a:t>Link Manipulation Cont.</a:t>
            </a:r>
          </a:p>
        </p:txBody>
      </p:sp>
      <p:sp>
        <p:nvSpPr>
          <p:cNvPr id="10" name="Content Placeholder 9">
            <a:extLst>
              <a:ext uri="{FF2B5EF4-FFF2-40B4-BE49-F238E27FC236}">
                <a16:creationId xmlns:a16="http://schemas.microsoft.com/office/drawing/2014/main" id="{0A4B6156-439B-4B34-845D-6BFF9D934EE6}"/>
              </a:ext>
            </a:extLst>
          </p:cNvPr>
          <p:cNvSpPr>
            <a:spLocks noGrp="1"/>
          </p:cNvSpPr>
          <p:nvPr>
            <p:ph idx="1"/>
          </p:nvPr>
        </p:nvSpPr>
        <p:spPr>
          <a:xfrm>
            <a:off x="643468" y="2638044"/>
            <a:ext cx="3363974" cy="3415622"/>
          </a:xfrm>
        </p:spPr>
        <p:txBody>
          <a:bodyPr>
            <a:normAutofit/>
          </a:bodyPr>
          <a:lstStyle/>
          <a:p>
            <a:r>
              <a:rPr lang="en-US" sz="2000" dirty="0">
                <a:solidFill>
                  <a:schemeClr val="bg1"/>
                </a:solidFill>
              </a:rPr>
              <a:t>Creates sense of urgency</a:t>
            </a:r>
          </a:p>
          <a:p>
            <a:r>
              <a:rPr lang="en-US" sz="2000" dirty="0">
                <a:solidFill>
                  <a:schemeClr val="bg1"/>
                </a:solidFill>
              </a:rPr>
              <a:t>Attempts link manipulation</a:t>
            </a:r>
          </a:p>
        </p:txBody>
      </p:sp>
      <p:pic>
        <p:nvPicPr>
          <p:cNvPr id="8" name="Content Placeholder 4">
            <a:extLst>
              <a:ext uri="{FF2B5EF4-FFF2-40B4-BE49-F238E27FC236}">
                <a16:creationId xmlns:a16="http://schemas.microsoft.com/office/drawing/2014/main" id="{9DD1C813-3173-46B5-93E6-5A89BD884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699803"/>
            <a:ext cx="6250769" cy="5297526"/>
          </a:xfrm>
          <a:prstGeom prst="rect">
            <a:avLst/>
          </a:prstGeom>
        </p:spPr>
      </p:pic>
    </p:spTree>
    <p:extLst>
      <p:ext uri="{BB962C8B-B14F-4D97-AF65-F5344CB8AC3E}">
        <p14:creationId xmlns:p14="http://schemas.microsoft.com/office/powerpoint/2010/main" val="1842302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E77C4-EF5A-436E-8022-3ED87ECC4C24}"/>
              </a:ext>
            </a:extLst>
          </p:cNvPr>
          <p:cNvSpPr>
            <a:spLocks noGrp="1"/>
          </p:cNvSpPr>
          <p:nvPr>
            <p:ph type="title"/>
          </p:nvPr>
        </p:nvSpPr>
        <p:spPr>
          <a:xfrm>
            <a:off x="643467" y="643467"/>
            <a:ext cx="3363974" cy="1597315"/>
          </a:xfrm>
          <a:noFill/>
          <a:ln w="19050">
            <a:solidFill>
              <a:schemeClr val="bg1"/>
            </a:solidFill>
          </a:ln>
        </p:spPr>
        <p:txBody>
          <a:bodyPr vert="horz" wrap="square" lIns="91440" tIns="45720" rIns="91440" bIns="45720" rtlCol="0" anchor="ctr">
            <a:normAutofit/>
          </a:bodyPr>
          <a:lstStyle/>
          <a:p>
            <a:pPr algn="ctr"/>
            <a:r>
              <a:rPr lang="en-US" sz="2800" kern="1200" dirty="0">
                <a:solidFill>
                  <a:schemeClr val="bg1"/>
                </a:solidFill>
                <a:latin typeface="+mj-lt"/>
                <a:ea typeface="+mj-ea"/>
                <a:cs typeface="+mj-cs"/>
              </a:rPr>
              <a:t>Analyzing a Phishing Attempt</a:t>
            </a:r>
          </a:p>
        </p:txBody>
      </p:sp>
      <p:sp>
        <p:nvSpPr>
          <p:cNvPr id="6" name="TextBox 5">
            <a:extLst>
              <a:ext uri="{FF2B5EF4-FFF2-40B4-BE49-F238E27FC236}">
                <a16:creationId xmlns:a16="http://schemas.microsoft.com/office/drawing/2014/main" id="{D04FD04D-6491-4372-B2EE-F26E05A71095}"/>
              </a:ext>
            </a:extLst>
          </p:cNvPr>
          <p:cNvSpPr txBox="1"/>
          <p:nvPr/>
        </p:nvSpPr>
        <p:spPr>
          <a:xfrm>
            <a:off x="643468" y="2638044"/>
            <a:ext cx="3363974" cy="3415622"/>
          </a:xfrm>
          <a:prstGeom prst="rect">
            <a:avLst/>
          </a:prstGeom>
        </p:spPr>
        <p:txBody>
          <a:bodyPr vert="horz" lIns="91440" tIns="45720" rIns="91440" bIns="45720" rtlCol="0">
            <a:normAutofit/>
          </a:bodyPr>
          <a:lstStyle/>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sz="2000" dirty="0">
                <a:solidFill>
                  <a:schemeClr val="bg1"/>
                </a:solidFill>
              </a:rPr>
              <a:t>Spoofed the email address</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lang="en-US" sz="2000" dirty="0">
                <a:solidFill>
                  <a:schemeClr val="bg1"/>
                </a:solidFill>
              </a:rPr>
              <a:t>Presented a sense of urgency</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kumimoji="0" lang="en-US" sz="2000" b="0" i="0" u="none" strike="noStrike" cap="none" spc="0" normalizeH="0" baseline="0" noProof="0" dirty="0">
                <a:ln>
                  <a:noFill/>
                </a:ln>
                <a:solidFill>
                  <a:schemeClr val="bg1"/>
                </a:solidFill>
                <a:effectLst/>
                <a:uLnTx/>
                <a:uFillTx/>
              </a:rPr>
              <a:t>Attempted link manipulation(</a:t>
            </a:r>
            <a:r>
              <a:rPr lang="en-US" sz="2000" dirty="0">
                <a:solidFill>
                  <a:schemeClr val="bg1"/>
                </a:solidFill>
              </a:rPr>
              <a:t>Failed because of our spam filter.)</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r>
              <a:rPr kumimoji="0" lang="en-US" sz="2000" b="0" i="0" u="none" strike="noStrike" cap="none" spc="0" normalizeH="0" baseline="0" noProof="0" dirty="0">
                <a:ln>
                  <a:noFill/>
                </a:ln>
                <a:solidFill>
                  <a:schemeClr val="bg1"/>
                </a:solidFill>
                <a:effectLst/>
                <a:uLnTx/>
                <a:uFillTx/>
              </a:rPr>
              <a:t>Used good grammar</a:t>
            </a:r>
          </a:p>
          <a:p>
            <a:pPr marL="285750" marR="0" lvl="0" indent="-228600" fontAlgn="auto">
              <a:lnSpc>
                <a:spcPct val="90000"/>
              </a:lnSpc>
              <a:spcBef>
                <a:spcPts val="0"/>
              </a:spcBef>
              <a:spcAft>
                <a:spcPts val="600"/>
              </a:spcAft>
              <a:buClrTx/>
              <a:buSzTx/>
              <a:buFont typeface="Arial" panose="020B0604020202020204" pitchFamily="34" charset="0"/>
              <a:buChar char="•"/>
              <a:tabLst/>
              <a:defRPr/>
            </a:pPr>
            <a:endParaRPr kumimoji="0" lang="en-US" sz="2000" b="0" i="0" u="none" strike="noStrike" cap="none" spc="0" normalizeH="0" baseline="0" noProof="0" dirty="0">
              <a:ln>
                <a:noFill/>
              </a:ln>
              <a:solidFill>
                <a:schemeClr val="bg1"/>
              </a:solidFill>
              <a:effectLst/>
              <a:uLnTx/>
              <a:uFillTx/>
            </a:endParaRPr>
          </a:p>
        </p:txBody>
      </p:sp>
      <p:pic>
        <p:nvPicPr>
          <p:cNvPr id="7" name="Content Placeholder 6">
            <a:extLst>
              <a:ext uri="{FF2B5EF4-FFF2-40B4-BE49-F238E27FC236}">
                <a16:creationId xmlns:a16="http://schemas.microsoft.com/office/drawing/2014/main" id="{6FE48DF8-BF70-4FAA-B2EB-9F86E90AAB9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70534" y="836790"/>
            <a:ext cx="7327806" cy="5184420"/>
          </a:xfrm>
          <a:prstGeom prst="rect">
            <a:avLst/>
          </a:prstGeom>
        </p:spPr>
      </p:pic>
    </p:spTree>
    <p:extLst>
      <p:ext uri="{BB962C8B-B14F-4D97-AF65-F5344CB8AC3E}">
        <p14:creationId xmlns:p14="http://schemas.microsoft.com/office/powerpoint/2010/main" val="2142764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1">
              <a:lumMod val="75000"/>
              <a:lumOff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75AF91-3112-4236-9973-4187BDA44FE3}"/>
              </a:ext>
            </a:extLst>
          </p:cNvPr>
          <p:cNvSpPr>
            <a:spLocks noGrp="1"/>
          </p:cNvSpPr>
          <p:nvPr>
            <p:ph type="title"/>
          </p:nvPr>
        </p:nvSpPr>
        <p:spPr>
          <a:xfrm>
            <a:off x="643467" y="643467"/>
            <a:ext cx="3363974" cy="1597315"/>
          </a:xfrm>
          <a:noFill/>
          <a:ln w="19050">
            <a:solidFill>
              <a:schemeClr val="bg1"/>
            </a:solidFill>
          </a:ln>
        </p:spPr>
        <p:txBody>
          <a:bodyPr wrap="square">
            <a:normAutofit/>
          </a:bodyPr>
          <a:lstStyle/>
          <a:p>
            <a:pPr algn="ctr"/>
            <a:r>
              <a:rPr lang="en-US" sz="2800" dirty="0">
                <a:solidFill>
                  <a:schemeClr val="bg1"/>
                </a:solidFill>
              </a:rPr>
              <a:t>Analyzing a Phishing Attempt Cont.</a:t>
            </a:r>
          </a:p>
        </p:txBody>
      </p:sp>
      <p:sp>
        <p:nvSpPr>
          <p:cNvPr id="26" name="Content Placeholder 12">
            <a:extLst>
              <a:ext uri="{FF2B5EF4-FFF2-40B4-BE49-F238E27FC236}">
                <a16:creationId xmlns:a16="http://schemas.microsoft.com/office/drawing/2014/main" id="{5617F806-219C-4FDA-AA50-F5AA0F690133}"/>
              </a:ext>
            </a:extLst>
          </p:cNvPr>
          <p:cNvSpPr>
            <a:spLocks noGrp="1"/>
          </p:cNvSpPr>
          <p:nvPr>
            <p:ph idx="1"/>
          </p:nvPr>
        </p:nvSpPr>
        <p:spPr>
          <a:xfrm>
            <a:off x="643468" y="2638044"/>
            <a:ext cx="3363974" cy="3415622"/>
          </a:xfrm>
        </p:spPr>
        <p:txBody>
          <a:bodyPr>
            <a:normAutofit/>
          </a:bodyPr>
          <a:lstStyle/>
          <a:p>
            <a:r>
              <a:rPr lang="en-US" sz="2000" dirty="0">
                <a:solidFill>
                  <a:schemeClr val="bg1"/>
                </a:solidFill>
              </a:rPr>
              <a:t>Used an email that isn’t associated with Microsoft</a:t>
            </a:r>
          </a:p>
          <a:p>
            <a:r>
              <a:rPr lang="en-US" sz="2000" dirty="0">
                <a:solidFill>
                  <a:schemeClr val="bg1"/>
                </a:solidFill>
              </a:rPr>
              <a:t>Strange phrasing and grammar</a:t>
            </a:r>
          </a:p>
        </p:txBody>
      </p:sp>
      <p:pic>
        <p:nvPicPr>
          <p:cNvPr id="27" name="Content Placeholder 7">
            <a:extLst>
              <a:ext uri="{FF2B5EF4-FFF2-40B4-BE49-F238E27FC236}">
                <a16:creationId xmlns:a16="http://schemas.microsoft.com/office/drawing/2014/main" id="{1CA06519-466D-4D8F-82AD-935583FCA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3306" y="643467"/>
            <a:ext cx="7579684" cy="5571066"/>
          </a:xfrm>
          <a:prstGeom prst="rect">
            <a:avLst/>
          </a:prstGeom>
        </p:spPr>
      </p:pic>
    </p:spTree>
    <p:extLst>
      <p:ext uri="{BB962C8B-B14F-4D97-AF65-F5344CB8AC3E}">
        <p14:creationId xmlns:p14="http://schemas.microsoft.com/office/powerpoint/2010/main" val="4049991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14" name="Rectangle 13">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1873"/>
            <a:ext cx="12192000" cy="268612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44FF8455-3119-4839-8688-B340ED02FFA6}"/>
              </a:ext>
            </a:extLst>
          </p:cNvPr>
          <p:cNvSpPr>
            <a:spLocks noGrp="1"/>
          </p:cNvSpPr>
          <p:nvPr>
            <p:ph type="title"/>
          </p:nvPr>
        </p:nvSpPr>
        <p:spPr>
          <a:xfrm>
            <a:off x="2021633" y="3634276"/>
            <a:ext cx="8148734" cy="1069270"/>
          </a:xfrm>
          <a:solidFill>
            <a:srgbClr val="FFFFFF"/>
          </a:solidFill>
          <a:ln w="31750" cap="sq">
            <a:solidFill>
              <a:srgbClr val="5E5E52"/>
            </a:solidFill>
            <a:miter lim="800000"/>
          </a:ln>
        </p:spPr>
        <p:txBody>
          <a:bodyPr>
            <a:normAutofit/>
          </a:bodyPr>
          <a:lstStyle/>
          <a:p>
            <a:pPr algn="ctr"/>
            <a:r>
              <a:rPr lang="en-US" sz="3600" dirty="0">
                <a:solidFill>
                  <a:srgbClr val="262626"/>
                </a:solidFill>
              </a:rPr>
              <a:t>Amount of Spam Filtered by our systems</a:t>
            </a:r>
          </a:p>
        </p:txBody>
      </p:sp>
      <p:pic>
        <p:nvPicPr>
          <p:cNvPr id="7" name="Content Placeholder 3">
            <a:extLst>
              <a:ext uri="{FF2B5EF4-FFF2-40B4-BE49-F238E27FC236}">
                <a16:creationId xmlns:a16="http://schemas.microsoft.com/office/drawing/2014/main" id="{BBA110A2-8D8C-407F-ADC2-4C8C24111C09}"/>
              </a:ext>
            </a:extLst>
          </p:cNvPr>
          <p:cNvPicPr>
            <a:picLocks noChangeAspect="1"/>
          </p:cNvPicPr>
          <p:nvPr/>
        </p:nvPicPr>
        <p:blipFill>
          <a:blip r:embed="rId3"/>
          <a:stretch>
            <a:fillRect/>
          </a:stretch>
        </p:blipFill>
        <p:spPr>
          <a:xfrm>
            <a:off x="856743" y="866277"/>
            <a:ext cx="10478514" cy="2121900"/>
          </a:xfrm>
          <a:prstGeom prst="rect">
            <a:avLst/>
          </a:prstGeom>
        </p:spPr>
      </p:pic>
      <p:sp>
        <p:nvSpPr>
          <p:cNvPr id="9" name="Content Placeholder 8">
            <a:extLst>
              <a:ext uri="{FF2B5EF4-FFF2-40B4-BE49-F238E27FC236}">
                <a16:creationId xmlns:a16="http://schemas.microsoft.com/office/drawing/2014/main" id="{75C7EBEC-2A5A-46E7-9B03-0E184A6606A1}"/>
              </a:ext>
            </a:extLst>
          </p:cNvPr>
          <p:cNvSpPr>
            <a:spLocks noGrp="1"/>
          </p:cNvSpPr>
          <p:nvPr>
            <p:ph idx="1"/>
          </p:nvPr>
        </p:nvSpPr>
        <p:spPr>
          <a:xfrm>
            <a:off x="3060700" y="4889365"/>
            <a:ext cx="6070600" cy="1351423"/>
          </a:xfrm>
        </p:spPr>
        <p:txBody>
          <a:bodyPr>
            <a:normAutofit/>
          </a:bodyPr>
          <a:lstStyle/>
          <a:p>
            <a:r>
              <a:rPr lang="en-US" sz="1800" dirty="0">
                <a:solidFill>
                  <a:schemeClr val="bg1"/>
                </a:solidFill>
              </a:rPr>
              <a:t>We currently use Office 365 which has internal spam prevention</a:t>
            </a:r>
          </a:p>
          <a:p>
            <a:r>
              <a:rPr lang="en-US" sz="1800" dirty="0">
                <a:solidFill>
                  <a:schemeClr val="bg1"/>
                </a:solidFill>
              </a:rPr>
              <a:t>3 month graph of successfully filtered spam</a:t>
            </a:r>
          </a:p>
        </p:txBody>
      </p:sp>
    </p:spTree>
    <p:extLst>
      <p:ext uri="{BB962C8B-B14F-4D97-AF65-F5344CB8AC3E}">
        <p14:creationId xmlns:p14="http://schemas.microsoft.com/office/powerpoint/2010/main" val="288065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30" name="Rectangle 29">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1873"/>
            <a:ext cx="12192000" cy="268612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34650F2B-5CFF-4A5D-85E3-3C2A09C6FBF9}"/>
              </a:ext>
            </a:extLst>
          </p:cNvPr>
          <p:cNvSpPr>
            <a:spLocks noGrp="1"/>
          </p:cNvSpPr>
          <p:nvPr>
            <p:ph type="title"/>
          </p:nvPr>
        </p:nvSpPr>
        <p:spPr>
          <a:xfrm>
            <a:off x="2021633" y="3637238"/>
            <a:ext cx="8148734" cy="1069270"/>
          </a:xfrm>
          <a:solidFill>
            <a:srgbClr val="FFFFFF"/>
          </a:solidFill>
          <a:ln w="31750" cap="sq">
            <a:solidFill>
              <a:srgbClr val="5E5E52"/>
            </a:solidFill>
            <a:miter lim="800000"/>
          </a:ln>
        </p:spPr>
        <p:txBody>
          <a:bodyPr vert="horz" lIns="91440" tIns="45720" rIns="91440" bIns="45720" rtlCol="0">
            <a:normAutofit fontScale="90000"/>
          </a:bodyPr>
          <a:lstStyle/>
          <a:p>
            <a:pPr algn="ctr"/>
            <a:r>
              <a:rPr lang="en-US" sz="3600" dirty="0">
                <a:solidFill>
                  <a:srgbClr val="262626"/>
                </a:solidFill>
              </a:rPr>
              <a:t>Amount of Phishing Prevented by our System</a:t>
            </a:r>
          </a:p>
        </p:txBody>
      </p:sp>
      <p:pic>
        <p:nvPicPr>
          <p:cNvPr id="23" name="Content Placeholder 5">
            <a:extLst>
              <a:ext uri="{FF2B5EF4-FFF2-40B4-BE49-F238E27FC236}">
                <a16:creationId xmlns:a16="http://schemas.microsoft.com/office/drawing/2014/main" id="{699C962F-E370-4ADA-A08C-AE61443F6CC1}"/>
              </a:ext>
            </a:extLst>
          </p:cNvPr>
          <p:cNvPicPr>
            <a:picLocks noChangeAspect="1"/>
          </p:cNvPicPr>
          <p:nvPr/>
        </p:nvPicPr>
        <p:blipFill>
          <a:blip r:embed="rId3"/>
          <a:stretch>
            <a:fillRect/>
          </a:stretch>
        </p:blipFill>
        <p:spPr>
          <a:xfrm>
            <a:off x="253490" y="745068"/>
            <a:ext cx="11685020" cy="2599914"/>
          </a:xfrm>
          <a:prstGeom prst="rect">
            <a:avLst/>
          </a:prstGeom>
        </p:spPr>
      </p:pic>
      <p:sp>
        <p:nvSpPr>
          <p:cNvPr id="25" name="Content Placeholder 24">
            <a:extLst>
              <a:ext uri="{FF2B5EF4-FFF2-40B4-BE49-F238E27FC236}">
                <a16:creationId xmlns:a16="http://schemas.microsoft.com/office/drawing/2014/main" id="{E1820515-D2C4-41AD-BF52-8E713D2D17B1}"/>
              </a:ext>
            </a:extLst>
          </p:cNvPr>
          <p:cNvSpPr>
            <a:spLocks noGrp="1"/>
          </p:cNvSpPr>
          <p:nvPr>
            <p:ph idx="1"/>
          </p:nvPr>
        </p:nvSpPr>
        <p:spPr>
          <a:xfrm>
            <a:off x="3060700" y="4889365"/>
            <a:ext cx="6070600" cy="1351423"/>
          </a:xfrm>
        </p:spPr>
        <p:txBody>
          <a:bodyPr>
            <a:normAutofit/>
          </a:bodyPr>
          <a:lstStyle/>
          <a:p>
            <a:r>
              <a:rPr lang="en-US" sz="1800" dirty="0">
                <a:solidFill>
                  <a:schemeClr val="bg1"/>
                </a:solidFill>
              </a:rPr>
              <a:t>Office 365 also provides anti-phishing and malware</a:t>
            </a:r>
          </a:p>
          <a:p>
            <a:r>
              <a:rPr lang="en-US" sz="1800" dirty="0">
                <a:solidFill>
                  <a:schemeClr val="bg1"/>
                </a:solidFill>
              </a:rPr>
              <a:t>This data represents malicious content that was detected</a:t>
            </a:r>
          </a:p>
          <a:p>
            <a:r>
              <a:rPr lang="en-US" sz="1800" dirty="0">
                <a:solidFill>
                  <a:schemeClr val="bg1"/>
                </a:solidFill>
              </a:rPr>
              <a:t>Remember, Malicious content can still sneak past filters</a:t>
            </a:r>
          </a:p>
        </p:txBody>
      </p:sp>
    </p:spTree>
    <p:extLst>
      <p:ext uri="{BB962C8B-B14F-4D97-AF65-F5344CB8AC3E}">
        <p14:creationId xmlns:p14="http://schemas.microsoft.com/office/powerpoint/2010/main" val="1063133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5" name="Freeform: Shape 23">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D92EB5-A309-490B-887A-21949A0FFB54}"/>
              </a:ext>
            </a:extLst>
          </p:cNvPr>
          <p:cNvSpPr>
            <a:spLocks noGrp="1"/>
          </p:cNvSpPr>
          <p:nvPr>
            <p:ph type="title"/>
          </p:nvPr>
        </p:nvSpPr>
        <p:spPr>
          <a:xfrm>
            <a:off x="863029" y="1012004"/>
            <a:ext cx="3416158" cy="4795408"/>
          </a:xfrm>
        </p:spPr>
        <p:txBody>
          <a:bodyPr>
            <a:normAutofit/>
          </a:bodyPr>
          <a:lstStyle/>
          <a:p>
            <a:r>
              <a:rPr lang="en-US">
                <a:solidFill>
                  <a:srgbClr val="FFFFFF"/>
                </a:solidFill>
              </a:rPr>
              <a:t>Password Security | Don’t be an easy target </a:t>
            </a:r>
          </a:p>
        </p:txBody>
      </p:sp>
      <p:graphicFrame>
        <p:nvGraphicFramePr>
          <p:cNvPr id="15" name="Content Placeholder 2">
            <a:extLst>
              <a:ext uri="{FF2B5EF4-FFF2-40B4-BE49-F238E27FC236}">
                <a16:creationId xmlns:a16="http://schemas.microsoft.com/office/drawing/2014/main" id="{C3907D4E-6D51-4FDA-AC04-0A407A8BF531}"/>
              </a:ext>
            </a:extLst>
          </p:cNvPr>
          <p:cNvGraphicFramePr>
            <a:graphicFrameLocks noGrp="1"/>
          </p:cNvGraphicFramePr>
          <p:nvPr>
            <p:ph idx="1"/>
            <p:extLst>
              <p:ext uri="{D42A27DB-BD31-4B8C-83A1-F6EECF244321}">
                <p14:modId xmlns:p14="http://schemas.microsoft.com/office/powerpoint/2010/main" val="4147857944"/>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8711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5" name="Freeform: Shape 23">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D92EB5-A309-490B-887A-21949A0FFB54}"/>
              </a:ext>
            </a:extLst>
          </p:cNvPr>
          <p:cNvSpPr>
            <a:spLocks noGrp="1"/>
          </p:cNvSpPr>
          <p:nvPr>
            <p:ph type="title"/>
          </p:nvPr>
        </p:nvSpPr>
        <p:spPr>
          <a:xfrm>
            <a:off x="863029" y="1012004"/>
            <a:ext cx="3416158" cy="4795408"/>
          </a:xfrm>
        </p:spPr>
        <p:txBody>
          <a:bodyPr>
            <a:normAutofit/>
          </a:bodyPr>
          <a:lstStyle/>
          <a:p>
            <a:r>
              <a:rPr lang="en-US" dirty="0">
                <a:solidFill>
                  <a:srgbClr val="FFFFFF"/>
                </a:solidFill>
              </a:rPr>
              <a:t>Password Security | Creating a Strong Password</a:t>
            </a:r>
          </a:p>
        </p:txBody>
      </p:sp>
      <p:graphicFrame>
        <p:nvGraphicFramePr>
          <p:cNvPr id="15" name="Content Placeholder 2">
            <a:extLst>
              <a:ext uri="{FF2B5EF4-FFF2-40B4-BE49-F238E27FC236}">
                <a16:creationId xmlns:a16="http://schemas.microsoft.com/office/drawing/2014/main" id="{C3907D4E-6D51-4FDA-AC04-0A407A8BF531}"/>
              </a:ext>
            </a:extLst>
          </p:cNvPr>
          <p:cNvGraphicFramePr>
            <a:graphicFrameLocks noGrp="1"/>
          </p:cNvGraphicFramePr>
          <p:nvPr>
            <p:ph idx="1"/>
            <p:extLst>
              <p:ext uri="{D42A27DB-BD31-4B8C-83A1-F6EECF244321}">
                <p14:modId xmlns:p14="http://schemas.microsoft.com/office/powerpoint/2010/main" val="279942739"/>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642437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6FF854F-C3FE-40DA-BC33-CB9C142F792A}"/>
              </a:ext>
            </a:extLst>
          </p:cNvPr>
          <p:cNvSpPr>
            <a:spLocks noGrp="1"/>
          </p:cNvSpPr>
          <p:nvPr>
            <p:ph type="title"/>
          </p:nvPr>
        </p:nvSpPr>
        <p:spPr>
          <a:xfrm>
            <a:off x="833002" y="365125"/>
            <a:ext cx="10520702" cy="1325563"/>
          </a:xfrm>
        </p:spPr>
        <p:txBody>
          <a:bodyPr>
            <a:normAutofit/>
          </a:bodyPr>
          <a:lstStyle/>
          <a:p>
            <a:r>
              <a:rPr lang="en-US" dirty="0"/>
              <a:t>Password Security|Protecting Your Passwords</a:t>
            </a:r>
          </a:p>
        </p:txBody>
      </p:sp>
      <p:graphicFrame>
        <p:nvGraphicFramePr>
          <p:cNvPr id="18" name="Content Placeholder 2">
            <a:extLst>
              <a:ext uri="{FF2B5EF4-FFF2-40B4-BE49-F238E27FC236}">
                <a16:creationId xmlns:a16="http://schemas.microsoft.com/office/drawing/2014/main" id="{6ED7596F-2843-480A-A31C-9997C60F3B3F}"/>
              </a:ext>
            </a:extLst>
          </p:cNvPr>
          <p:cNvGraphicFramePr>
            <a:graphicFrameLocks noGrp="1"/>
          </p:cNvGraphicFramePr>
          <p:nvPr>
            <p:ph idx="1"/>
            <p:extLst>
              <p:ext uri="{D42A27DB-BD31-4B8C-83A1-F6EECF244321}">
                <p14:modId xmlns:p14="http://schemas.microsoft.com/office/powerpoint/2010/main" val="3977369426"/>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549839"/>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CF1E5-ABAC-48E0-AF8D-06E8C250452E}"/>
              </a:ext>
            </a:extLst>
          </p:cNvPr>
          <p:cNvSpPr>
            <a:spLocks noGrp="1"/>
          </p:cNvSpPr>
          <p:nvPr>
            <p:ph type="title"/>
          </p:nvPr>
        </p:nvSpPr>
        <p:spPr/>
        <p:txBody>
          <a:bodyPr/>
          <a:lstStyle/>
          <a:p>
            <a:pPr algn="ctr"/>
            <a:r>
              <a:rPr lang="en-US" dirty="0">
                <a:solidFill>
                  <a:schemeClr val="bg1"/>
                </a:solidFill>
              </a:rPr>
              <a:t>Password Security | Password Managers</a:t>
            </a:r>
          </a:p>
        </p:txBody>
      </p:sp>
      <p:sp>
        <p:nvSpPr>
          <p:cNvPr id="3" name="Content Placeholder 2">
            <a:extLst>
              <a:ext uri="{FF2B5EF4-FFF2-40B4-BE49-F238E27FC236}">
                <a16:creationId xmlns:a16="http://schemas.microsoft.com/office/drawing/2014/main" id="{CEF8C660-A6C6-4C08-84D4-8C960C05F998}"/>
              </a:ext>
            </a:extLst>
          </p:cNvPr>
          <p:cNvSpPr>
            <a:spLocks noGrp="1"/>
          </p:cNvSpPr>
          <p:nvPr>
            <p:ph idx="1"/>
          </p:nvPr>
        </p:nvSpPr>
        <p:spPr>
          <a:xfrm>
            <a:off x="293057" y="1804737"/>
            <a:ext cx="4911928" cy="3440420"/>
          </a:xfrm>
        </p:spPr>
        <p:txBody>
          <a:bodyPr/>
          <a:lstStyle/>
          <a:p>
            <a:r>
              <a:rPr lang="en-US" dirty="0">
                <a:solidFill>
                  <a:schemeClr val="bg1"/>
                </a:solidFill>
              </a:rPr>
              <a:t>Allows you to keep all your passwords unique and lengthy. </a:t>
            </a:r>
          </a:p>
          <a:p>
            <a:r>
              <a:rPr lang="en-US" dirty="0">
                <a:solidFill>
                  <a:schemeClr val="bg1"/>
                </a:solidFill>
              </a:rPr>
              <a:t>Removes the need to store unsecure password lists on your computer.</a:t>
            </a:r>
          </a:p>
          <a:p>
            <a:r>
              <a:rPr lang="en-US" dirty="0">
                <a:solidFill>
                  <a:schemeClr val="bg1"/>
                </a:solidFill>
              </a:rPr>
              <a:t>Most password managers are easy to use and have mobile applications. </a:t>
            </a:r>
          </a:p>
          <a:p>
            <a:endParaRPr lang="en-US" dirty="0">
              <a:solidFill>
                <a:schemeClr val="bg1"/>
              </a:solidFill>
            </a:endParaRPr>
          </a:p>
        </p:txBody>
      </p:sp>
      <p:pic>
        <p:nvPicPr>
          <p:cNvPr id="5" name="Picture 4" descr="A screenshot of a cell phone&#10;&#10;Description generated with very high confidence">
            <a:extLst>
              <a:ext uri="{FF2B5EF4-FFF2-40B4-BE49-F238E27FC236}">
                <a16:creationId xmlns:a16="http://schemas.microsoft.com/office/drawing/2014/main" id="{39E7B6C9-1676-4E73-B9BC-A9C31D4DA5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7233" y="1690688"/>
            <a:ext cx="6271710" cy="4529568"/>
          </a:xfrm>
          <a:prstGeom prst="rect">
            <a:avLst/>
          </a:prstGeom>
        </p:spPr>
      </p:pic>
      <p:pic>
        <p:nvPicPr>
          <p:cNvPr id="7" name="Picture 6" descr="A screenshot of a cell phone&#10;&#10;Description generated with very high confidence">
            <a:extLst>
              <a:ext uri="{FF2B5EF4-FFF2-40B4-BE49-F238E27FC236}">
                <a16:creationId xmlns:a16="http://schemas.microsoft.com/office/drawing/2014/main" id="{03DD9D9F-5459-401E-8489-BBCA5846ED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3011" y="4920916"/>
            <a:ext cx="2304222" cy="1837150"/>
          </a:xfrm>
          <a:prstGeom prst="rect">
            <a:avLst/>
          </a:prstGeom>
        </p:spPr>
      </p:pic>
    </p:spTree>
    <p:extLst>
      <p:ext uri="{BB962C8B-B14F-4D97-AF65-F5344CB8AC3E}">
        <p14:creationId xmlns:p14="http://schemas.microsoft.com/office/powerpoint/2010/main" val="3971749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CFA50-7010-479D-A3F7-2A9F018100D0}"/>
              </a:ext>
            </a:extLst>
          </p:cNvPr>
          <p:cNvSpPr>
            <a:spLocks noGrp="1"/>
          </p:cNvSpPr>
          <p:nvPr>
            <p:ph type="title"/>
          </p:nvPr>
        </p:nvSpPr>
        <p:spPr>
          <a:xfrm>
            <a:off x="838200" y="365125"/>
            <a:ext cx="10515600" cy="1325563"/>
          </a:xfrm>
        </p:spPr>
        <p:txBody>
          <a:bodyPr>
            <a:normAutofit/>
          </a:bodyPr>
          <a:lstStyle/>
          <a:p>
            <a:r>
              <a:rPr lang="en-US" i="1" dirty="0">
                <a:solidFill>
                  <a:schemeClr val="bg1"/>
                </a:solidFill>
              </a:rPr>
              <a:t>Protecting your Company|Safe Web Browsing</a:t>
            </a:r>
          </a:p>
        </p:txBody>
      </p:sp>
      <p:graphicFrame>
        <p:nvGraphicFramePr>
          <p:cNvPr id="5" name="Content Placeholder 2">
            <a:extLst>
              <a:ext uri="{FF2B5EF4-FFF2-40B4-BE49-F238E27FC236}">
                <a16:creationId xmlns:a16="http://schemas.microsoft.com/office/drawing/2014/main" id="{ADCDAB65-6140-46C8-9889-5AA2B54DCD20}"/>
              </a:ext>
            </a:extLst>
          </p:cNvPr>
          <p:cNvGraphicFramePr>
            <a:graphicFrameLocks noGrp="1"/>
          </p:cNvGraphicFramePr>
          <p:nvPr>
            <p:ph idx="1"/>
            <p:extLst>
              <p:ext uri="{D42A27DB-BD31-4B8C-83A1-F6EECF244321}">
                <p14:modId xmlns:p14="http://schemas.microsoft.com/office/powerpoint/2010/main" val="3967818834"/>
              </p:ext>
            </p:extLst>
          </p:nvPr>
        </p:nvGraphicFramePr>
        <p:xfrm>
          <a:off x="3803781" y="2164702"/>
          <a:ext cx="7887476" cy="3971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88D837FD-B6CF-421A-86A7-3E4C5D9377E0}"/>
              </a:ext>
            </a:extLst>
          </p:cNvPr>
          <p:cNvPicPr>
            <a:picLocks noChangeAspect="1"/>
          </p:cNvPicPr>
          <p:nvPr/>
        </p:nvPicPr>
        <p:blipFill>
          <a:blip r:embed="rId8"/>
          <a:stretch>
            <a:fillRect/>
          </a:stretch>
        </p:blipFill>
        <p:spPr>
          <a:xfrm>
            <a:off x="500743" y="2164702"/>
            <a:ext cx="3134676" cy="3134676"/>
          </a:xfrm>
          <a:prstGeom prst="rect">
            <a:avLst/>
          </a:prstGeom>
        </p:spPr>
      </p:pic>
    </p:spTree>
    <p:extLst>
      <p:ext uri="{BB962C8B-B14F-4D97-AF65-F5344CB8AC3E}">
        <p14:creationId xmlns:p14="http://schemas.microsoft.com/office/powerpoint/2010/main" val="3115928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B0DF90E-6BAD-4E82-8FDF-717C9A357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13">
            <a:extLst>
              <a:ext uri="{FF2B5EF4-FFF2-40B4-BE49-F238E27FC236}">
                <a16:creationId xmlns:a16="http://schemas.microsoft.com/office/drawing/2014/main" id="{13DCC859-0434-4BB8-B6C5-09C88AE69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11">
            <a:extLst>
              <a:ext uri="{FF2B5EF4-FFF2-40B4-BE49-F238E27FC236}">
                <a16:creationId xmlns:a16="http://schemas.microsoft.com/office/drawing/2014/main" id="{08E7ACFB-B791-4C23-8B17-013FEDC09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13A3A7-9B11-46B3-85C7-CB7834F1CCE7}"/>
              </a:ext>
            </a:extLst>
          </p:cNvPr>
          <p:cNvSpPr>
            <a:spLocks noGrp="1"/>
          </p:cNvSpPr>
          <p:nvPr>
            <p:ph type="title"/>
          </p:nvPr>
        </p:nvSpPr>
        <p:spPr>
          <a:xfrm>
            <a:off x="835649" y="365125"/>
            <a:ext cx="10520702" cy="1325563"/>
          </a:xfrm>
        </p:spPr>
        <p:txBody>
          <a:bodyPr>
            <a:normAutofit/>
          </a:bodyPr>
          <a:lstStyle/>
          <a:p>
            <a:pPr algn="ctr"/>
            <a:r>
              <a:rPr lang="en-US" dirty="0"/>
              <a:t>Safe Web Browsing| Risky Websites</a:t>
            </a:r>
          </a:p>
        </p:txBody>
      </p:sp>
      <p:graphicFrame>
        <p:nvGraphicFramePr>
          <p:cNvPr id="6" name="Content Placeholder 2">
            <a:extLst>
              <a:ext uri="{FF2B5EF4-FFF2-40B4-BE49-F238E27FC236}">
                <a16:creationId xmlns:a16="http://schemas.microsoft.com/office/drawing/2014/main" id="{ADEE3E73-C3DD-4399-8DBE-BF146E3B0A44}"/>
              </a:ext>
            </a:extLst>
          </p:cNvPr>
          <p:cNvGraphicFramePr>
            <a:graphicFrameLocks noGrp="1"/>
          </p:cNvGraphicFramePr>
          <p:nvPr>
            <p:ph idx="1"/>
            <p:extLst>
              <p:ext uri="{D42A27DB-BD31-4B8C-83A1-F6EECF244321}">
                <p14:modId xmlns:p14="http://schemas.microsoft.com/office/powerpoint/2010/main" val="1269610012"/>
              </p:ext>
            </p:extLst>
          </p:nvPr>
        </p:nvGraphicFramePr>
        <p:xfrm>
          <a:off x="838200" y="2022475"/>
          <a:ext cx="10515600" cy="4154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C52FFA05-5254-4AA2-9C79-C8843B8628DF}"/>
              </a:ext>
            </a:extLst>
          </p:cNvPr>
          <p:cNvPicPr>
            <a:picLocks noChangeAspect="1"/>
          </p:cNvPicPr>
          <p:nvPr/>
        </p:nvPicPr>
        <p:blipFill>
          <a:blip r:embed="rId8"/>
          <a:stretch>
            <a:fillRect/>
          </a:stretch>
        </p:blipFill>
        <p:spPr>
          <a:xfrm>
            <a:off x="4419600" y="2454941"/>
            <a:ext cx="1944793" cy="1944793"/>
          </a:xfrm>
          <a:prstGeom prst="rect">
            <a:avLst/>
          </a:prstGeom>
        </p:spPr>
      </p:pic>
      <p:sp>
        <p:nvSpPr>
          <p:cNvPr id="7" name="TextBox 6">
            <a:extLst>
              <a:ext uri="{FF2B5EF4-FFF2-40B4-BE49-F238E27FC236}">
                <a16:creationId xmlns:a16="http://schemas.microsoft.com/office/drawing/2014/main" id="{734E62CC-4C4E-4844-93AE-CAAAE51C6A3C}"/>
              </a:ext>
            </a:extLst>
          </p:cNvPr>
          <p:cNvSpPr txBox="1"/>
          <p:nvPr/>
        </p:nvSpPr>
        <p:spPr>
          <a:xfrm>
            <a:off x="7115965" y="4405936"/>
            <a:ext cx="2561663" cy="477054"/>
          </a:xfrm>
          <a:prstGeom prst="rect">
            <a:avLst/>
          </a:prstGeom>
          <a:noFill/>
        </p:spPr>
        <p:txBody>
          <a:bodyPr wrap="none" rtlCol="0">
            <a:spAutoFit/>
          </a:bodyPr>
          <a:lstStyle/>
          <a:p>
            <a:r>
              <a:rPr lang="en-US" sz="2500" dirty="0"/>
              <a:t>No Gambling Sites</a:t>
            </a:r>
          </a:p>
        </p:txBody>
      </p:sp>
      <p:sp>
        <p:nvSpPr>
          <p:cNvPr id="8" name="TextBox 7">
            <a:extLst>
              <a:ext uri="{FF2B5EF4-FFF2-40B4-BE49-F238E27FC236}">
                <a16:creationId xmlns:a16="http://schemas.microsoft.com/office/drawing/2014/main" id="{71A93190-FBF4-416E-977F-F51193AECF94}"/>
              </a:ext>
            </a:extLst>
          </p:cNvPr>
          <p:cNvSpPr txBox="1"/>
          <p:nvPr/>
        </p:nvSpPr>
        <p:spPr>
          <a:xfrm>
            <a:off x="2733575" y="5564027"/>
            <a:ext cx="6121668" cy="400110"/>
          </a:xfrm>
          <a:prstGeom prst="rect">
            <a:avLst/>
          </a:prstGeom>
          <a:noFill/>
        </p:spPr>
        <p:txBody>
          <a:bodyPr wrap="square" rtlCol="0">
            <a:spAutoFit/>
          </a:bodyPr>
          <a:lstStyle/>
          <a:p>
            <a:r>
              <a:rPr lang="en-US" sz="2000" b="1" dirty="0"/>
              <a:t>These websites are known to have Viruses and Malware</a:t>
            </a:r>
          </a:p>
        </p:txBody>
      </p:sp>
    </p:spTree>
    <p:extLst>
      <p:ext uri="{BB962C8B-B14F-4D97-AF65-F5344CB8AC3E}">
        <p14:creationId xmlns:p14="http://schemas.microsoft.com/office/powerpoint/2010/main" val="2799583649"/>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07519E-8D8D-45BA-B3B7-962C1CF3CB26}"/>
              </a:ext>
            </a:extLst>
          </p:cNvPr>
          <p:cNvSpPr>
            <a:spLocks noGrp="1"/>
          </p:cNvSpPr>
          <p:nvPr>
            <p:ph type="title"/>
          </p:nvPr>
        </p:nvSpPr>
        <p:spPr>
          <a:xfrm>
            <a:off x="966952" y="1204108"/>
            <a:ext cx="2669406" cy="1781175"/>
          </a:xfrm>
        </p:spPr>
        <p:txBody>
          <a:bodyPr>
            <a:normAutofit/>
          </a:bodyPr>
          <a:lstStyle/>
          <a:p>
            <a:r>
              <a:rPr lang="en-US" sz="3200">
                <a:solidFill>
                  <a:srgbClr val="FFFFFF"/>
                </a:solidFill>
              </a:rPr>
              <a:t>Browser Based Hoax|Fake Tech Support</a:t>
            </a:r>
          </a:p>
        </p:txBody>
      </p:sp>
      <p:sp>
        <p:nvSpPr>
          <p:cNvPr id="9" name="Content Placeholder 8">
            <a:extLst>
              <a:ext uri="{FF2B5EF4-FFF2-40B4-BE49-F238E27FC236}">
                <a16:creationId xmlns:a16="http://schemas.microsoft.com/office/drawing/2014/main" id="{0AB0CA18-B049-447E-B32A-E79C19E097DC}"/>
              </a:ext>
            </a:extLst>
          </p:cNvPr>
          <p:cNvSpPr>
            <a:spLocks noGrp="1"/>
          </p:cNvSpPr>
          <p:nvPr>
            <p:ph idx="1"/>
          </p:nvPr>
        </p:nvSpPr>
        <p:spPr>
          <a:xfrm>
            <a:off x="460287" y="3429000"/>
            <a:ext cx="3682736" cy="2673408"/>
          </a:xfrm>
        </p:spPr>
        <p:txBody>
          <a:bodyPr>
            <a:normAutofit fontScale="55000" lnSpcReduction="20000"/>
          </a:bodyPr>
          <a:lstStyle/>
          <a:p>
            <a:pPr lvl="1"/>
            <a:r>
              <a:rPr lang="en-US" sz="2900" b="1" dirty="0">
                <a:solidFill>
                  <a:schemeClr val="bg1"/>
                </a:solidFill>
              </a:rPr>
              <a:t>Fake “tech support” or “infected computer” scam is most common.</a:t>
            </a:r>
          </a:p>
          <a:p>
            <a:pPr lvl="1"/>
            <a:r>
              <a:rPr lang="en-US" sz="2900" b="1" dirty="0">
                <a:solidFill>
                  <a:schemeClr val="bg1"/>
                </a:solidFill>
              </a:rPr>
              <a:t>May receive an audible alert that your computer is infected</a:t>
            </a:r>
          </a:p>
          <a:p>
            <a:pPr lvl="1"/>
            <a:r>
              <a:rPr lang="en-US" sz="2900" b="1" dirty="0">
                <a:solidFill>
                  <a:schemeClr val="bg1"/>
                </a:solidFill>
              </a:rPr>
              <a:t>Possibly instructed to download or contact a 3</a:t>
            </a:r>
            <a:r>
              <a:rPr lang="en-US" sz="2900" b="1" baseline="30000" dirty="0">
                <a:solidFill>
                  <a:schemeClr val="bg1"/>
                </a:solidFill>
              </a:rPr>
              <a:t>rd</a:t>
            </a:r>
            <a:r>
              <a:rPr lang="en-US" sz="2900" b="1" dirty="0">
                <a:solidFill>
                  <a:schemeClr val="bg1"/>
                </a:solidFill>
              </a:rPr>
              <a:t> party IT company</a:t>
            </a:r>
          </a:p>
          <a:p>
            <a:pPr lvl="1"/>
            <a:r>
              <a:rPr lang="en-US" sz="2900" b="1" dirty="0">
                <a:solidFill>
                  <a:schemeClr val="bg1"/>
                </a:solidFill>
              </a:rPr>
              <a:t>Commonly pretends to be Microsoft.</a:t>
            </a:r>
          </a:p>
          <a:p>
            <a:pPr lvl="1"/>
            <a:r>
              <a:rPr lang="en-US" sz="2900" b="1" dirty="0">
                <a:solidFill>
                  <a:schemeClr val="bg1"/>
                </a:solidFill>
              </a:rPr>
              <a:t>Never allow anyone to </a:t>
            </a:r>
            <a:r>
              <a:rPr lang="en-US" sz="2900" b="1">
                <a:solidFill>
                  <a:schemeClr val="bg1"/>
                </a:solidFill>
              </a:rPr>
              <a:t>connect to, </a:t>
            </a:r>
            <a:r>
              <a:rPr lang="en-US" sz="2900" b="1" dirty="0">
                <a:solidFill>
                  <a:schemeClr val="bg1"/>
                </a:solidFill>
              </a:rPr>
              <a:t>or remotely control your computer </a:t>
            </a:r>
            <a:r>
              <a:rPr lang="en-US" sz="2900" b="1">
                <a:solidFill>
                  <a:schemeClr val="bg1"/>
                </a:solidFill>
              </a:rPr>
              <a:t>unless instructed </a:t>
            </a:r>
            <a:r>
              <a:rPr lang="en-US" sz="2900" b="1" dirty="0">
                <a:solidFill>
                  <a:schemeClr val="bg1"/>
                </a:solidFill>
              </a:rPr>
              <a:t>by MyTechPro.</a:t>
            </a:r>
            <a:endParaRPr lang="en-US" sz="1400" dirty="0"/>
          </a:p>
        </p:txBody>
      </p:sp>
      <p:pic>
        <p:nvPicPr>
          <p:cNvPr id="7" name="Content Placeholder 3">
            <a:extLst>
              <a:ext uri="{FF2B5EF4-FFF2-40B4-BE49-F238E27FC236}">
                <a16:creationId xmlns:a16="http://schemas.microsoft.com/office/drawing/2014/main" id="{B48AB8CF-4AA8-49A1-9CE9-04529411C479}"/>
              </a:ext>
            </a:extLst>
          </p:cNvPr>
          <p:cNvPicPr>
            <a:picLocks noChangeAspect="1"/>
          </p:cNvPicPr>
          <p:nvPr/>
        </p:nvPicPr>
        <p:blipFill rotWithShape="1">
          <a:blip r:embed="rId3"/>
          <a:srcRect l="6192" r="1014" b="2"/>
          <a:stretch/>
        </p:blipFill>
        <p:spPr>
          <a:xfrm>
            <a:off x="4396329" y="1204109"/>
            <a:ext cx="7435270" cy="4326746"/>
          </a:xfrm>
          <a:prstGeom prst="rect">
            <a:avLst/>
          </a:prstGeom>
        </p:spPr>
      </p:pic>
    </p:spTree>
    <p:extLst>
      <p:ext uri="{BB962C8B-B14F-4D97-AF65-F5344CB8AC3E}">
        <p14:creationId xmlns:p14="http://schemas.microsoft.com/office/powerpoint/2010/main" val="3650855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07519E-8D8D-45BA-B3B7-962C1CF3CB26}"/>
              </a:ext>
            </a:extLst>
          </p:cNvPr>
          <p:cNvSpPr>
            <a:spLocks noGrp="1"/>
          </p:cNvSpPr>
          <p:nvPr>
            <p:ph type="title"/>
          </p:nvPr>
        </p:nvSpPr>
        <p:spPr>
          <a:xfrm>
            <a:off x="966952" y="1204108"/>
            <a:ext cx="2669406" cy="1781175"/>
          </a:xfrm>
        </p:spPr>
        <p:txBody>
          <a:bodyPr>
            <a:normAutofit fontScale="90000"/>
          </a:bodyPr>
          <a:lstStyle/>
          <a:p>
            <a:r>
              <a:rPr lang="en-US" sz="3200" dirty="0">
                <a:solidFill>
                  <a:srgbClr val="FFFFFF"/>
                </a:solidFill>
              </a:rPr>
              <a:t>Browser Based Hoax| Malicious Web Redirects</a:t>
            </a:r>
          </a:p>
        </p:txBody>
      </p:sp>
      <p:sp>
        <p:nvSpPr>
          <p:cNvPr id="9" name="Content Placeholder 8">
            <a:extLst>
              <a:ext uri="{FF2B5EF4-FFF2-40B4-BE49-F238E27FC236}">
                <a16:creationId xmlns:a16="http://schemas.microsoft.com/office/drawing/2014/main" id="{0AB0CA18-B049-447E-B32A-E79C19E097DC}"/>
              </a:ext>
            </a:extLst>
          </p:cNvPr>
          <p:cNvSpPr>
            <a:spLocks noGrp="1"/>
          </p:cNvSpPr>
          <p:nvPr>
            <p:ph idx="1"/>
          </p:nvPr>
        </p:nvSpPr>
        <p:spPr>
          <a:xfrm>
            <a:off x="460287" y="3429000"/>
            <a:ext cx="3682736" cy="2673408"/>
          </a:xfrm>
        </p:spPr>
        <p:txBody>
          <a:bodyPr>
            <a:normAutofit fontScale="62500" lnSpcReduction="20000"/>
          </a:bodyPr>
          <a:lstStyle/>
          <a:p>
            <a:pPr lvl="1"/>
            <a:r>
              <a:rPr lang="en-US" sz="2900" b="1" dirty="0">
                <a:solidFill>
                  <a:schemeClr val="bg1"/>
                </a:solidFill>
              </a:rPr>
              <a:t>You may find yourself suddenly on an unexpected webpage that asks you to download something. </a:t>
            </a:r>
            <a:endParaRPr lang="en-US" sz="1400" b="1" dirty="0">
              <a:solidFill>
                <a:schemeClr val="bg1"/>
              </a:solidFill>
            </a:endParaRPr>
          </a:p>
          <a:p>
            <a:pPr lvl="1"/>
            <a:r>
              <a:rPr lang="en-US" sz="2900" b="1" dirty="0">
                <a:solidFill>
                  <a:schemeClr val="bg1"/>
                </a:solidFill>
              </a:rPr>
              <a:t>Usually alerts you to download software or update something on your computer.</a:t>
            </a:r>
          </a:p>
          <a:p>
            <a:pPr lvl="1"/>
            <a:r>
              <a:rPr lang="en-US" sz="2900" b="1" dirty="0">
                <a:solidFill>
                  <a:schemeClr val="bg1"/>
                </a:solidFill>
              </a:rPr>
              <a:t>The downloads usually contain viruses or Spyware</a:t>
            </a:r>
          </a:p>
          <a:p>
            <a:pPr lvl="1"/>
            <a:r>
              <a:rPr lang="en-US" sz="2900" b="1" dirty="0">
                <a:solidFill>
                  <a:schemeClr val="bg1"/>
                </a:solidFill>
              </a:rPr>
              <a:t>Close out of the browser and contact I.T. </a:t>
            </a:r>
          </a:p>
        </p:txBody>
      </p:sp>
      <p:pic>
        <p:nvPicPr>
          <p:cNvPr id="4" name="Picture 3" descr="A screenshot of a cell phone&#10;&#10;Description generated with very high confidence">
            <a:extLst>
              <a:ext uri="{FF2B5EF4-FFF2-40B4-BE49-F238E27FC236}">
                <a16:creationId xmlns:a16="http://schemas.microsoft.com/office/drawing/2014/main" id="{088CE821-ABC6-4ECA-B338-9947E3F34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5690" y="1163757"/>
            <a:ext cx="7447018" cy="4530486"/>
          </a:xfrm>
          <a:prstGeom prst="rect">
            <a:avLst/>
          </a:prstGeom>
        </p:spPr>
      </p:pic>
    </p:spTree>
    <p:extLst>
      <p:ext uri="{BB962C8B-B14F-4D97-AF65-F5344CB8AC3E}">
        <p14:creationId xmlns:p14="http://schemas.microsoft.com/office/powerpoint/2010/main" val="3892917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21D728-3560-4E6C-BD3C-C3854170E12B}"/>
              </a:ext>
            </a:extLst>
          </p:cNvPr>
          <p:cNvPicPr>
            <a:picLocks noChangeAspect="1"/>
          </p:cNvPicPr>
          <p:nvPr/>
        </p:nvPicPr>
        <p:blipFill rotWithShape="1">
          <a:blip r:embed="rId4"/>
          <a:srcRect b="6065"/>
          <a:stretch/>
        </p:blipFill>
        <p:spPr>
          <a:xfrm>
            <a:off x="-1" y="10"/>
            <a:ext cx="12192001" cy="4666928"/>
          </a:xfrm>
          <a:prstGeom prst="rect">
            <a:avLst/>
          </a:prstGeom>
        </p:spPr>
      </p:pic>
      <p:pic>
        <p:nvPicPr>
          <p:cNvPr id="16" name="Picture 15">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8" name="Oval 17">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0E4C5-9E1E-4C4E-8BDA-9321E3441377}"/>
              </a:ext>
            </a:extLst>
          </p:cNvPr>
          <p:cNvSpPr>
            <a:spLocks noGrp="1"/>
          </p:cNvSpPr>
          <p:nvPr>
            <p:ph type="title"/>
          </p:nvPr>
        </p:nvSpPr>
        <p:spPr>
          <a:xfrm>
            <a:off x="217857" y="4551041"/>
            <a:ext cx="5021782" cy="1509931"/>
          </a:xfrm>
        </p:spPr>
        <p:txBody>
          <a:bodyPr>
            <a:normAutofit/>
          </a:bodyPr>
          <a:lstStyle/>
          <a:p>
            <a:r>
              <a:rPr lang="en-US" sz="3400" dirty="0">
                <a:solidFill>
                  <a:srgbClr val="000000"/>
                </a:solidFill>
              </a:rPr>
              <a:t>Safe Web Browsing|Unsecure Sites</a:t>
            </a:r>
          </a:p>
        </p:txBody>
      </p:sp>
      <p:sp>
        <p:nvSpPr>
          <p:cNvPr id="3" name="Content Placeholder 2">
            <a:extLst>
              <a:ext uri="{FF2B5EF4-FFF2-40B4-BE49-F238E27FC236}">
                <a16:creationId xmlns:a16="http://schemas.microsoft.com/office/drawing/2014/main" id="{9577E2BB-B1EF-4EB5-A3BD-2196B4EB6AFC}"/>
              </a:ext>
            </a:extLst>
          </p:cNvPr>
          <p:cNvSpPr>
            <a:spLocks noGrp="1"/>
          </p:cNvSpPr>
          <p:nvPr>
            <p:ph idx="1"/>
          </p:nvPr>
        </p:nvSpPr>
        <p:spPr>
          <a:xfrm>
            <a:off x="6470247" y="4551037"/>
            <a:ext cx="4926411" cy="1509935"/>
          </a:xfrm>
        </p:spPr>
        <p:txBody>
          <a:bodyPr anchor="ctr">
            <a:normAutofit fontScale="92500" lnSpcReduction="20000"/>
          </a:bodyPr>
          <a:lstStyle/>
          <a:p>
            <a:r>
              <a:rPr lang="en-US" sz="1900" dirty="0">
                <a:solidFill>
                  <a:srgbClr val="000000"/>
                </a:solidFill>
              </a:rPr>
              <a:t>Look for the Lock, but remember that some Phishing sites have HTTPS</a:t>
            </a:r>
          </a:p>
          <a:p>
            <a:r>
              <a:rPr lang="en-US" sz="1900" dirty="0">
                <a:solidFill>
                  <a:srgbClr val="000000"/>
                </a:solidFill>
              </a:rPr>
              <a:t>Never enter sensitive information on websites that do not have HTTPS</a:t>
            </a:r>
          </a:p>
          <a:p>
            <a:r>
              <a:rPr lang="en-US" sz="1900" dirty="0">
                <a:solidFill>
                  <a:srgbClr val="000000"/>
                </a:solidFill>
              </a:rPr>
              <a:t>HTTPS means all information you enter is encrypted when sent to the website.</a:t>
            </a:r>
          </a:p>
        </p:txBody>
      </p:sp>
    </p:spTree>
    <p:extLst>
      <p:ext uri="{BB962C8B-B14F-4D97-AF65-F5344CB8AC3E}">
        <p14:creationId xmlns:p14="http://schemas.microsoft.com/office/powerpoint/2010/main" val="3125511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96D9-0317-4C8F-9A58-EF655E9B2EF7}"/>
              </a:ext>
            </a:extLst>
          </p:cNvPr>
          <p:cNvSpPr>
            <a:spLocks noGrp="1"/>
          </p:cNvSpPr>
          <p:nvPr>
            <p:ph type="title"/>
          </p:nvPr>
        </p:nvSpPr>
        <p:spPr>
          <a:xfrm>
            <a:off x="106330" y="84353"/>
            <a:ext cx="12200748" cy="1325563"/>
          </a:xfrm>
        </p:spPr>
        <p:txBody>
          <a:bodyPr/>
          <a:lstStyle/>
          <a:p>
            <a:pPr algn="ctr"/>
            <a:r>
              <a:rPr lang="en-US" dirty="0">
                <a:solidFill>
                  <a:schemeClr val="bg1"/>
                </a:solidFill>
              </a:rPr>
              <a:t>Safe Web Browsing | Spotting Fake Web Addresses</a:t>
            </a:r>
          </a:p>
        </p:txBody>
      </p:sp>
      <p:sp>
        <p:nvSpPr>
          <p:cNvPr id="3" name="Content Placeholder 2">
            <a:extLst>
              <a:ext uri="{FF2B5EF4-FFF2-40B4-BE49-F238E27FC236}">
                <a16:creationId xmlns:a16="http://schemas.microsoft.com/office/drawing/2014/main" id="{712B7A19-5B47-4057-AC33-AB587BA53590}"/>
              </a:ext>
            </a:extLst>
          </p:cNvPr>
          <p:cNvSpPr>
            <a:spLocks noGrp="1"/>
          </p:cNvSpPr>
          <p:nvPr>
            <p:ph idx="1"/>
          </p:nvPr>
        </p:nvSpPr>
        <p:spPr>
          <a:xfrm>
            <a:off x="106330" y="4017984"/>
            <a:ext cx="5737743" cy="2092881"/>
          </a:xfrm>
        </p:spPr>
        <p:txBody>
          <a:bodyPr>
            <a:normAutofit/>
          </a:bodyPr>
          <a:lstStyle/>
          <a:p>
            <a:pPr marL="0" indent="0">
              <a:buNone/>
            </a:pPr>
            <a:r>
              <a:rPr lang="en-US" sz="1800" b="1" u="sng" dirty="0">
                <a:solidFill>
                  <a:schemeClr val="bg1"/>
                </a:solidFill>
              </a:rPr>
              <a:t>Pay attention to the color Blue and Ignore the Color Red </a:t>
            </a:r>
          </a:p>
          <a:p>
            <a:pPr lvl="1"/>
            <a:r>
              <a:rPr lang="en-US" sz="1800" dirty="0">
                <a:solidFill>
                  <a:schemeClr val="bg1"/>
                </a:solidFill>
              </a:rPr>
              <a:t>Microsoft and .com</a:t>
            </a:r>
          </a:p>
          <a:p>
            <a:pPr lvl="1"/>
            <a:r>
              <a:rPr lang="en-US" sz="1800" dirty="0">
                <a:solidFill>
                  <a:schemeClr val="bg1"/>
                </a:solidFill>
              </a:rPr>
              <a:t>https://www.</a:t>
            </a:r>
            <a:r>
              <a:rPr lang="en-US" sz="1800" dirty="0">
                <a:solidFill>
                  <a:srgbClr val="00B0F0"/>
                </a:solidFill>
              </a:rPr>
              <a:t>microsoft.com/</a:t>
            </a:r>
            <a:r>
              <a:rPr lang="en-US" sz="1800" dirty="0">
                <a:solidFill>
                  <a:srgbClr val="FF0000"/>
                </a:solidFill>
              </a:rPr>
              <a:t>en-us</a:t>
            </a:r>
          </a:p>
          <a:p>
            <a:r>
              <a:rPr lang="en-US" sz="1800" dirty="0">
                <a:solidFill>
                  <a:schemeClr val="bg1"/>
                </a:solidFill>
              </a:rPr>
              <a:t>We see that the website we are going to is </a:t>
            </a:r>
            <a:r>
              <a:rPr lang="en-US" sz="1800" dirty="0">
                <a:solidFill>
                  <a:srgbClr val="00B0F0"/>
                </a:solidFill>
              </a:rPr>
              <a:t>microsoft.com</a:t>
            </a:r>
          </a:p>
        </p:txBody>
      </p:sp>
      <p:sp>
        <p:nvSpPr>
          <p:cNvPr id="5" name="TextBox 4">
            <a:extLst>
              <a:ext uri="{FF2B5EF4-FFF2-40B4-BE49-F238E27FC236}">
                <a16:creationId xmlns:a16="http://schemas.microsoft.com/office/drawing/2014/main" id="{5DCD6278-D6B7-41E0-8FD1-49A0E6A5B433}"/>
              </a:ext>
            </a:extLst>
          </p:cNvPr>
          <p:cNvSpPr txBox="1"/>
          <p:nvPr/>
        </p:nvSpPr>
        <p:spPr>
          <a:xfrm>
            <a:off x="838200" y="1520785"/>
            <a:ext cx="10011746" cy="1908215"/>
          </a:xfrm>
          <a:prstGeom prst="rect">
            <a:avLst/>
          </a:prstGeom>
          <a:noFill/>
        </p:spPr>
        <p:txBody>
          <a:bodyPr wrap="square" rtlCol="0">
            <a:spAutoFit/>
          </a:bodyPr>
          <a:lstStyle/>
          <a:p>
            <a:pPr algn="ctr"/>
            <a:r>
              <a:rPr lang="en-US" sz="2800" b="1" u="sng" dirty="0">
                <a:solidFill>
                  <a:schemeClr val="bg1"/>
                </a:solidFill>
              </a:rPr>
              <a:t>The Second to last dot rule and the first slash rule</a:t>
            </a:r>
          </a:p>
          <a:p>
            <a:pPr algn="ctr"/>
            <a:endParaRPr lang="en-US" sz="2400" dirty="0">
              <a:solidFill>
                <a:schemeClr val="bg1"/>
              </a:solidFill>
            </a:endParaRPr>
          </a:p>
          <a:p>
            <a:pPr algn="ctr"/>
            <a:r>
              <a:rPr lang="en-US" sz="2400" dirty="0">
                <a:solidFill>
                  <a:schemeClr val="bg1"/>
                </a:solidFill>
              </a:rPr>
              <a:t>Only Pay Attention to the last two places in the web address and ignore everything that comes after the first slash. </a:t>
            </a:r>
          </a:p>
          <a:p>
            <a:endParaRPr lang="en-US" dirty="0"/>
          </a:p>
        </p:txBody>
      </p:sp>
      <p:sp>
        <p:nvSpPr>
          <p:cNvPr id="6" name="TextBox 5">
            <a:extLst>
              <a:ext uri="{FF2B5EF4-FFF2-40B4-BE49-F238E27FC236}">
                <a16:creationId xmlns:a16="http://schemas.microsoft.com/office/drawing/2014/main" id="{671147CE-575B-4117-BA5C-0812B3576F55}"/>
              </a:ext>
            </a:extLst>
          </p:cNvPr>
          <p:cNvSpPr txBox="1"/>
          <p:nvPr/>
        </p:nvSpPr>
        <p:spPr>
          <a:xfrm>
            <a:off x="6428792" y="4017984"/>
            <a:ext cx="5656877" cy="2308324"/>
          </a:xfrm>
          <a:prstGeom prst="rect">
            <a:avLst/>
          </a:prstGeom>
          <a:noFill/>
        </p:spPr>
        <p:txBody>
          <a:bodyPr wrap="square" rtlCol="0">
            <a:spAutoFit/>
          </a:bodyPr>
          <a:lstStyle/>
          <a:p>
            <a:r>
              <a:rPr lang="en-US" dirty="0">
                <a:solidFill>
                  <a:schemeClr val="bg1"/>
                </a:solidFill>
              </a:rPr>
              <a:t>Okay, Now lets use our new rule against a scam website.</a:t>
            </a:r>
          </a:p>
          <a:p>
            <a:endParaRPr lang="en-US" dirty="0"/>
          </a:p>
          <a:p>
            <a:pPr marL="285750" indent="-285750">
              <a:buFont typeface="Arial" panose="020B0604020202020204" pitchFamily="34" charset="0"/>
              <a:buChar char="•"/>
            </a:pPr>
            <a:r>
              <a:rPr lang="en-US" dirty="0">
                <a:solidFill>
                  <a:schemeClr val="bg1"/>
                </a:solidFill>
              </a:rPr>
              <a:t>https://account.login.microsoft.com.</a:t>
            </a:r>
            <a:r>
              <a:rPr lang="en-US" dirty="0">
                <a:solidFill>
                  <a:srgbClr val="00B0F0"/>
                </a:solidFill>
              </a:rPr>
              <a:t>scam.co/</a:t>
            </a:r>
            <a:r>
              <a:rPr lang="en-US" dirty="0">
                <a:solidFill>
                  <a:srgbClr val="FF0000"/>
                </a:solidFill>
              </a:rPr>
              <a:t>microsoft-outlook-login/</a:t>
            </a:r>
          </a:p>
          <a:p>
            <a:pPr marL="285750" indent="-285750">
              <a:buFont typeface="Arial" panose="020B0604020202020204" pitchFamily="34" charset="0"/>
              <a:buChar char="•"/>
            </a:pPr>
            <a:r>
              <a:rPr lang="en-US" dirty="0">
                <a:solidFill>
                  <a:schemeClr val="bg1"/>
                </a:solidFill>
              </a:rPr>
              <a:t>Well…if we were to go to that website then we would actually go to: </a:t>
            </a:r>
            <a:r>
              <a:rPr lang="en-US" b="1" u="sng" dirty="0">
                <a:solidFill>
                  <a:schemeClr val="bg1"/>
                </a:solidFill>
              </a:rPr>
              <a:t>scam.co </a:t>
            </a:r>
          </a:p>
          <a:p>
            <a:pPr marL="285750" indent="-285750">
              <a:buFont typeface="Arial" panose="020B0604020202020204" pitchFamily="34" charset="0"/>
              <a:buChar char="•"/>
            </a:pPr>
            <a:r>
              <a:rPr lang="en-US" dirty="0">
                <a:solidFill>
                  <a:schemeClr val="bg1"/>
                </a:solidFill>
              </a:rPr>
              <a:t>This would definitely be a fake website trying to attack you or steal your information</a:t>
            </a:r>
          </a:p>
        </p:txBody>
      </p:sp>
    </p:spTree>
    <p:extLst>
      <p:ext uri="{BB962C8B-B14F-4D97-AF65-F5344CB8AC3E}">
        <p14:creationId xmlns:p14="http://schemas.microsoft.com/office/powerpoint/2010/main" val="29863066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16">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AA58DD5-2F0C-4199-BF1F-91704C07256C}"/>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l="11111"/>
          <a:stretch/>
        </p:blipFill>
        <p:spPr>
          <a:xfrm>
            <a:off x="20" y="1"/>
            <a:ext cx="12191980" cy="6857999"/>
          </a:xfrm>
          <a:prstGeom prst="rect">
            <a:avLst/>
          </a:prstGeom>
        </p:spPr>
      </p:pic>
      <p:sp>
        <p:nvSpPr>
          <p:cNvPr id="2" name="Title 1">
            <a:extLst>
              <a:ext uri="{FF2B5EF4-FFF2-40B4-BE49-F238E27FC236}">
                <a16:creationId xmlns:a16="http://schemas.microsoft.com/office/drawing/2014/main" id="{588CF573-53FB-4E0A-85CF-92E5382A53CE}"/>
              </a:ext>
            </a:extLst>
          </p:cNvPr>
          <p:cNvSpPr>
            <a:spLocks noGrp="1"/>
          </p:cNvSpPr>
          <p:nvPr>
            <p:ph type="title"/>
          </p:nvPr>
        </p:nvSpPr>
        <p:spPr>
          <a:xfrm>
            <a:off x="838201" y="1065862"/>
            <a:ext cx="3313164" cy="4726276"/>
          </a:xfrm>
        </p:spPr>
        <p:txBody>
          <a:bodyPr>
            <a:normAutofit/>
          </a:bodyPr>
          <a:lstStyle/>
          <a:p>
            <a:pPr algn="r"/>
            <a:r>
              <a:rPr lang="en-US" sz="4000">
                <a:solidFill>
                  <a:srgbClr val="FFFFFF"/>
                </a:solidFill>
              </a:rPr>
              <a:t>Ransomware</a:t>
            </a:r>
          </a:p>
        </p:txBody>
      </p:sp>
      <p:cxnSp>
        <p:nvCxnSpPr>
          <p:cNvPr id="19" name="Straight Connector 18">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10" name="Content Placeholder 9">
            <a:extLst>
              <a:ext uri="{FF2B5EF4-FFF2-40B4-BE49-F238E27FC236}">
                <a16:creationId xmlns:a16="http://schemas.microsoft.com/office/drawing/2014/main" id="{5403FA3C-B66A-45C6-B39A-9241C84D9D29}"/>
              </a:ext>
            </a:extLst>
          </p:cNvPr>
          <p:cNvSpPr>
            <a:spLocks noGrp="1"/>
          </p:cNvSpPr>
          <p:nvPr>
            <p:ph idx="1"/>
          </p:nvPr>
        </p:nvSpPr>
        <p:spPr>
          <a:xfrm>
            <a:off x="5155379" y="1065862"/>
            <a:ext cx="5744685" cy="4726276"/>
          </a:xfrm>
        </p:spPr>
        <p:txBody>
          <a:bodyPr anchor="ctr">
            <a:normAutofit/>
          </a:bodyPr>
          <a:lstStyle/>
          <a:p>
            <a:r>
              <a:rPr lang="en-US" sz="2000">
                <a:solidFill>
                  <a:srgbClr val="FFFFFF"/>
                </a:solidFill>
              </a:rPr>
              <a:t>Locks every file and program on your computer and holds them for ransom</a:t>
            </a:r>
          </a:p>
          <a:p>
            <a:r>
              <a:rPr lang="en-US" sz="2000">
                <a:solidFill>
                  <a:srgbClr val="FFFFFF"/>
                </a:solidFill>
              </a:rPr>
              <a:t>Spreads through the network and can infect every computer and server in seconds</a:t>
            </a:r>
          </a:p>
          <a:p>
            <a:r>
              <a:rPr lang="en-US" sz="2000">
                <a:solidFill>
                  <a:srgbClr val="FFFFFF"/>
                </a:solidFill>
              </a:rPr>
              <a:t>May be impossible to remove the encryption</a:t>
            </a:r>
          </a:p>
          <a:p>
            <a:pPr marL="0" indent="0">
              <a:buNone/>
            </a:pPr>
            <a:endParaRPr lang="en-US" sz="2000">
              <a:solidFill>
                <a:srgbClr val="FFFFFF"/>
              </a:solidFill>
            </a:endParaRPr>
          </a:p>
        </p:txBody>
      </p:sp>
    </p:spTree>
    <p:extLst>
      <p:ext uri="{BB962C8B-B14F-4D97-AF65-F5344CB8AC3E}">
        <p14:creationId xmlns:p14="http://schemas.microsoft.com/office/powerpoint/2010/main" val="1637095416"/>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7" name="Rectangle 39">
            <a:extLst>
              <a:ext uri="{FF2B5EF4-FFF2-40B4-BE49-F238E27FC236}">
                <a16:creationId xmlns:a16="http://schemas.microsoft.com/office/drawing/2014/main" id="{68A4132F-DEC6-4332-A00C-A11AD4519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7F73AD1-1E01-4A89-9318-AED1025D6B9C}"/>
              </a:ext>
            </a:extLst>
          </p:cNvPr>
          <p:cNvPicPr>
            <a:picLocks noChangeAspect="1"/>
          </p:cNvPicPr>
          <p:nvPr/>
        </p:nvPicPr>
        <p:blipFill>
          <a:blip r:embed="rId3"/>
          <a:stretch>
            <a:fillRect/>
          </a:stretch>
        </p:blipFill>
        <p:spPr>
          <a:xfrm>
            <a:off x="7200244" y="1820333"/>
            <a:ext cx="4046295" cy="4036181"/>
          </a:xfrm>
          <a:prstGeom prst="rect">
            <a:avLst/>
          </a:prstGeom>
        </p:spPr>
      </p:pic>
      <p:sp>
        <p:nvSpPr>
          <p:cNvPr id="42" name="Freeform: Shape 41">
            <a:extLst>
              <a:ext uri="{FF2B5EF4-FFF2-40B4-BE49-F238E27FC236}">
                <a16:creationId xmlns:a16="http://schemas.microsoft.com/office/drawing/2014/main" id="{64965EAE-E41A-435F-B993-07E824B6C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0"/>
            <a:ext cx="7539895" cy="6858000"/>
          </a:xfrm>
          <a:custGeom>
            <a:avLst/>
            <a:gdLst>
              <a:gd name="connsiteX0" fmla="*/ 7539895 w 7539895"/>
              <a:gd name="connsiteY0" fmla="*/ 6858000 h 6858000"/>
              <a:gd name="connsiteX1" fmla="*/ 0 w 7539895"/>
              <a:gd name="connsiteY1" fmla="*/ 6858000 h 6858000"/>
              <a:gd name="connsiteX2" fmla="*/ 0 w 7539895"/>
              <a:gd name="connsiteY2" fmla="*/ 0 h 6858000"/>
              <a:gd name="connsiteX3" fmla="*/ 4363741 w 7539895"/>
              <a:gd name="connsiteY3" fmla="*/ 0 h 6858000"/>
            </a:gdLst>
            <a:ahLst/>
            <a:cxnLst>
              <a:cxn ang="0">
                <a:pos x="connsiteX0" y="connsiteY0"/>
              </a:cxn>
              <a:cxn ang="0">
                <a:pos x="connsiteX1" y="connsiteY1"/>
              </a:cxn>
              <a:cxn ang="0">
                <a:pos x="connsiteX2" y="connsiteY2"/>
              </a:cxn>
              <a:cxn ang="0">
                <a:pos x="connsiteX3" y="connsiteY3"/>
              </a:cxn>
            </a:cxnLst>
            <a:rect l="l" t="t" r="r" b="b"/>
            <a:pathLst>
              <a:path w="7539895" h="6858000">
                <a:moveTo>
                  <a:pt x="7539895" y="6858000"/>
                </a:moveTo>
                <a:lnTo>
                  <a:pt x="0" y="6858000"/>
                </a:lnTo>
                <a:lnTo>
                  <a:pt x="0" y="0"/>
                </a:lnTo>
                <a:lnTo>
                  <a:pt x="4363741"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3">
            <a:extLst>
              <a:ext uri="{FF2B5EF4-FFF2-40B4-BE49-F238E27FC236}">
                <a16:creationId xmlns:a16="http://schemas.microsoft.com/office/drawing/2014/main" id="{152F8994-E6D4-4311-9548-C3607BC43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7092985" cy="6858000"/>
          </a:xfrm>
          <a:custGeom>
            <a:avLst/>
            <a:gdLst>
              <a:gd name="connsiteX0" fmla="*/ 7092985 w 7092985"/>
              <a:gd name="connsiteY0" fmla="*/ 6858000 h 6858000"/>
              <a:gd name="connsiteX1" fmla="*/ 0 w 7092985"/>
              <a:gd name="connsiteY1" fmla="*/ 6858000 h 6858000"/>
              <a:gd name="connsiteX2" fmla="*/ 0 w 7092985"/>
              <a:gd name="connsiteY2" fmla="*/ 0 h 6858000"/>
              <a:gd name="connsiteX3" fmla="*/ 3916831 w 7092985"/>
              <a:gd name="connsiteY3" fmla="*/ 0 h 6858000"/>
            </a:gdLst>
            <a:ahLst/>
            <a:cxnLst>
              <a:cxn ang="0">
                <a:pos x="connsiteX0" y="connsiteY0"/>
              </a:cxn>
              <a:cxn ang="0">
                <a:pos x="connsiteX1" y="connsiteY1"/>
              </a:cxn>
              <a:cxn ang="0">
                <a:pos x="connsiteX2" y="connsiteY2"/>
              </a:cxn>
              <a:cxn ang="0">
                <a:pos x="connsiteX3" y="connsiteY3"/>
              </a:cxn>
            </a:cxnLst>
            <a:rect l="l" t="t" r="r" b="b"/>
            <a:pathLst>
              <a:path w="7092985" h="6858000">
                <a:moveTo>
                  <a:pt x="7092985" y="6858000"/>
                </a:moveTo>
                <a:lnTo>
                  <a:pt x="0" y="6858000"/>
                </a:lnTo>
                <a:lnTo>
                  <a:pt x="0" y="0"/>
                </a:lnTo>
                <a:lnTo>
                  <a:pt x="3916831"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20AF663-3463-43AE-9EDF-01933389E378}"/>
              </a:ext>
            </a:extLst>
          </p:cNvPr>
          <p:cNvSpPr>
            <a:spLocks noGrp="1"/>
          </p:cNvSpPr>
          <p:nvPr>
            <p:ph type="title"/>
          </p:nvPr>
        </p:nvSpPr>
        <p:spPr>
          <a:xfrm>
            <a:off x="838199" y="365125"/>
            <a:ext cx="5529943" cy="1325563"/>
          </a:xfrm>
        </p:spPr>
        <p:txBody>
          <a:bodyPr vert="horz" lIns="91440" tIns="45720" rIns="91440" bIns="45720" rtlCol="0">
            <a:normAutofit/>
          </a:bodyPr>
          <a:lstStyle/>
          <a:p>
            <a:r>
              <a:rPr lang="en-US" kern="1200">
                <a:latin typeface="+mj-lt"/>
                <a:ea typeface="+mj-ea"/>
                <a:cs typeface="+mj-cs"/>
              </a:rPr>
              <a:t>Ransomware Facts</a:t>
            </a:r>
          </a:p>
        </p:txBody>
      </p:sp>
      <p:sp>
        <p:nvSpPr>
          <p:cNvPr id="3" name="Content Placeholder 2">
            <a:extLst>
              <a:ext uri="{FF2B5EF4-FFF2-40B4-BE49-F238E27FC236}">
                <a16:creationId xmlns:a16="http://schemas.microsoft.com/office/drawing/2014/main" id="{124517C1-C78B-49F1-97C3-2B36F5F569EE}"/>
              </a:ext>
            </a:extLst>
          </p:cNvPr>
          <p:cNvSpPr>
            <a:spLocks noGrp="1"/>
          </p:cNvSpPr>
          <p:nvPr>
            <p:ph idx="1"/>
          </p:nvPr>
        </p:nvSpPr>
        <p:spPr>
          <a:xfrm>
            <a:off x="838199" y="1825625"/>
            <a:ext cx="4128169" cy="3399518"/>
          </a:xfrm>
        </p:spPr>
        <p:txBody>
          <a:bodyPr vert="horz" lIns="91440" tIns="45720" rIns="91440" bIns="45720" rtlCol="0">
            <a:normAutofit/>
          </a:bodyPr>
          <a:lstStyle/>
          <a:p>
            <a:pPr marL="0" indent="0">
              <a:buNone/>
            </a:pPr>
            <a:endParaRPr lang="en-US" sz="2000" kern="1200" dirty="0">
              <a:latin typeface="+mn-lt"/>
              <a:ea typeface="+mn-ea"/>
              <a:cs typeface="+mn-cs"/>
            </a:endParaRPr>
          </a:p>
          <a:p>
            <a:pPr marL="0" indent="0">
              <a:buNone/>
            </a:pPr>
            <a:r>
              <a:rPr lang="en-US" sz="2000" kern="1200" dirty="0">
                <a:latin typeface="+mn-lt"/>
                <a:ea typeface="+mn-ea"/>
                <a:cs typeface="+mn-cs"/>
              </a:rPr>
              <a:t>Ransomware attacks increased 350% from 2017 to 2018</a:t>
            </a:r>
            <a:r>
              <a:rPr lang="en-US" sz="2000" kern="1200" baseline="30000" dirty="0">
                <a:latin typeface="+mn-lt"/>
                <a:ea typeface="+mn-ea"/>
                <a:cs typeface="+mn-cs"/>
              </a:rPr>
              <a:t>1</a:t>
            </a:r>
          </a:p>
          <a:p>
            <a:pPr marL="0" indent="0">
              <a:buNone/>
            </a:pPr>
            <a:r>
              <a:rPr lang="en-US" sz="2000" dirty="0"/>
              <a:t>In 2016, every 40 seconds a business was a victim of a ransom ware attack</a:t>
            </a:r>
            <a:r>
              <a:rPr lang="en-US" sz="2000" baseline="30000" dirty="0"/>
              <a:t>2</a:t>
            </a:r>
            <a:endParaRPr lang="en-US" sz="2000" dirty="0"/>
          </a:p>
          <a:p>
            <a:pPr marL="0" indent="0">
              <a:buNone/>
            </a:pPr>
            <a:r>
              <a:rPr lang="en-US" sz="2000" dirty="0"/>
              <a:t>It is estimated that by the end of 2019 that number will be 14 seconds, and 11 seconds by 2021</a:t>
            </a:r>
            <a:r>
              <a:rPr lang="en-US" sz="2000" baseline="30000" dirty="0"/>
              <a:t>3</a:t>
            </a:r>
            <a:endParaRPr lang="en-US" sz="2000" dirty="0"/>
          </a:p>
        </p:txBody>
      </p:sp>
      <p:sp>
        <p:nvSpPr>
          <p:cNvPr id="4" name="Footer Placeholder 3">
            <a:extLst>
              <a:ext uri="{FF2B5EF4-FFF2-40B4-BE49-F238E27FC236}">
                <a16:creationId xmlns:a16="http://schemas.microsoft.com/office/drawing/2014/main" id="{C386B951-38C5-4A11-B00B-506230CAA691}"/>
              </a:ext>
            </a:extLst>
          </p:cNvPr>
          <p:cNvSpPr>
            <a:spLocks noGrp="1"/>
          </p:cNvSpPr>
          <p:nvPr>
            <p:ph type="ftr" sz="quarter" idx="11"/>
          </p:nvPr>
        </p:nvSpPr>
        <p:spPr>
          <a:xfrm>
            <a:off x="7092985" y="6107519"/>
            <a:ext cx="4550228" cy="365125"/>
          </a:xfrm>
        </p:spPr>
        <p:txBody>
          <a:bodyPr vert="horz" lIns="91440" tIns="45720" rIns="91440" bIns="45720" rtlCol="0">
            <a:normAutofit lnSpcReduction="10000"/>
          </a:bodyPr>
          <a:lstStyle/>
          <a:p>
            <a:pPr algn="l">
              <a:lnSpc>
                <a:spcPct val="90000"/>
              </a:lnSpc>
              <a:spcAft>
                <a:spcPts val="600"/>
              </a:spcAft>
            </a:pPr>
            <a:r>
              <a:rPr lang="en-US" sz="1050" kern="1200" baseline="30000" dirty="0">
                <a:solidFill>
                  <a:schemeClr val="bg1">
                    <a:alpha val="80000"/>
                  </a:schemeClr>
                </a:solidFill>
                <a:latin typeface="+mn-lt"/>
                <a:ea typeface="+mn-ea"/>
                <a:cs typeface="+mn-cs"/>
              </a:rPr>
              <a:t>1</a:t>
            </a:r>
            <a:r>
              <a:rPr lang="en-US" sz="1050" kern="1200" dirty="0">
                <a:solidFill>
                  <a:schemeClr val="bg1">
                    <a:alpha val="80000"/>
                  </a:schemeClr>
                </a:solidFill>
                <a:latin typeface="+mn-lt"/>
                <a:ea typeface="+mn-ea"/>
                <a:cs typeface="+mn-cs"/>
              </a:rPr>
              <a:t>NTT Security 2018 Global Threat Intelligence Report </a:t>
            </a:r>
            <a:r>
              <a:rPr lang="en-US" sz="1050" i="1" baseline="30000" dirty="0">
                <a:solidFill>
                  <a:schemeClr val="bg1">
                    <a:alpha val="80000"/>
                  </a:schemeClr>
                </a:solidFill>
              </a:rPr>
              <a:t>2 </a:t>
            </a:r>
            <a:r>
              <a:rPr lang="en-US" sz="1050" dirty="0">
                <a:solidFill>
                  <a:schemeClr val="bg1">
                    <a:alpha val="80000"/>
                  </a:schemeClr>
                </a:solidFill>
              </a:rPr>
              <a:t>Kaspersky Lab</a:t>
            </a:r>
            <a:r>
              <a:rPr lang="en-US" sz="1050" baseline="30000" dirty="0">
                <a:solidFill>
                  <a:schemeClr val="bg1">
                    <a:alpha val="80000"/>
                  </a:schemeClr>
                </a:solidFill>
              </a:rPr>
              <a:t>   3 </a:t>
            </a:r>
            <a:r>
              <a:rPr lang="en-US" sz="1050" dirty="0">
                <a:solidFill>
                  <a:schemeClr val="bg1">
                    <a:alpha val="80000"/>
                  </a:schemeClr>
                </a:solidFill>
              </a:rPr>
              <a:t>Cyber Security Ventures</a:t>
            </a:r>
            <a:endParaRPr lang="en-US" sz="1050" baseline="30000" dirty="0">
              <a:solidFill>
                <a:schemeClr val="bg1">
                  <a:alpha val="80000"/>
                </a:schemeClr>
              </a:solidFill>
            </a:endParaRPr>
          </a:p>
        </p:txBody>
      </p:sp>
    </p:spTree>
    <p:extLst>
      <p:ext uri="{BB962C8B-B14F-4D97-AF65-F5344CB8AC3E}">
        <p14:creationId xmlns:p14="http://schemas.microsoft.com/office/powerpoint/2010/main" val="1655532012"/>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D91B1F-0D2D-4FAE-A58C-6D3E5E396C26}"/>
              </a:ext>
            </a:extLst>
          </p:cNvPr>
          <p:cNvPicPr>
            <a:picLocks noChangeAspect="1"/>
          </p:cNvPicPr>
          <p:nvPr/>
        </p:nvPicPr>
        <p:blipFill rotWithShape="1">
          <a:blip r:embed="rId3">
            <a:duotone>
              <a:prstClr val="black"/>
              <a:schemeClr val="tx2">
                <a:tint val="45000"/>
                <a:satMod val="400000"/>
              </a:schemeClr>
            </a:duotone>
            <a:alphaModFix amt="35000"/>
            <a:extLst>
              <a:ext uri="{28A0092B-C50C-407E-A947-70E740481C1C}">
                <a14:useLocalDpi xmlns:a14="http://schemas.microsoft.com/office/drawing/2010/main" val="0"/>
              </a:ext>
            </a:extLst>
          </a:blip>
          <a:srcRect t="5536" b="10219"/>
          <a:stretch/>
        </p:blipFill>
        <p:spPr>
          <a:xfrm>
            <a:off x="-7" y="-8"/>
            <a:ext cx="12192000" cy="6855958"/>
          </a:xfrm>
          <a:prstGeom prst="rect">
            <a:avLst/>
          </a:prstGeom>
        </p:spPr>
      </p:pic>
      <p:sp>
        <p:nvSpPr>
          <p:cNvPr id="2" name="Title 1">
            <a:extLst>
              <a:ext uri="{FF2B5EF4-FFF2-40B4-BE49-F238E27FC236}">
                <a16:creationId xmlns:a16="http://schemas.microsoft.com/office/drawing/2014/main" id="{8032B495-A334-4843-84EE-98981493BE56}"/>
              </a:ext>
            </a:extLst>
          </p:cNvPr>
          <p:cNvSpPr>
            <a:spLocks noGrp="1"/>
          </p:cNvSpPr>
          <p:nvPr>
            <p:ph type="title"/>
          </p:nvPr>
        </p:nvSpPr>
        <p:spPr>
          <a:xfrm>
            <a:off x="282624" y="301658"/>
            <a:ext cx="6387102" cy="1253766"/>
          </a:xfrm>
        </p:spPr>
        <p:txBody>
          <a:bodyPr>
            <a:normAutofit fontScale="90000"/>
          </a:bodyPr>
          <a:lstStyle/>
          <a:p>
            <a:r>
              <a:rPr lang="en-US" dirty="0"/>
              <a:t>How fast does Ransomware Spread?</a:t>
            </a:r>
          </a:p>
        </p:txBody>
      </p:sp>
      <p:pic>
        <p:nvPicPr>
          <p:cNvPr id="12" name="Online Media 11">
            <a:hlinkClick r:id="" action="ppaction://media"/>
            <a:extLst>
              <a:ext uri="{FF2B5EF4-FFF2-40B4-BE49-F238E27FC236}">
                <a16:creationId xmlns:a16="http://schemas.microsoft.com/office/drawing/2014/main" id="{ECC81FEC-01A2-4159-8B73-CD33E327C203}"/>
              </a:ext>
            </a:extLst>
          </p:cNvPr>
          <p:cNvPicPr>
            <a:picLocks noGrp="1" noRot="1" noChangeAspect="1"/>
          </p:cNvPicPr>
          <p:nvPr>
            <p:ph idx="1"/>
            <a:videoFile r:link="rId1"/>
          </p:nvPr>
        </p:nvPicPr>
        <p:blipFill>
          <a:blip r:embed="rId4"/>
          <a:stretch>
            <a:fillRect/>
          </a:stretch>
        </p:blipFill>
        <p:spPr>
          <a:xfrm>
            <a:off x="951923" y="2168031"/>
            <a:ext cx="5870310" cy="3302046"/>
          </a:xfrm>
          <a:prstGeom prst="rect">
            <a:avLst/>
          </a:prstGeom>
        </p:spPr>
      </p:pic>
      <p:sp>
        <p:nvSpPr>
          <p:cNvPr id="19" name="Freeform: Shape 18">
            <a:extLst>
              <a:ext uri="{FF2B5EF4-FFF2-40B4-BE49-F238E27FC236}">
                <a16:creationId xmlns:a16="http://schemas.microsoft.com/office/drawing/2014/main" id="{86B8807B-7828-4E42-86D6-939A5397D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5108" y="-2055"/>
            <a:ext cx="4666892" cy="3481643"/>
          </a:xfrm>
          <a:custGeom>
            <a:avLst/>
            <a:gdLst>
              <a:gd name="connsiteX0" fmla="*/ 144173 w 4666892"/>
              <a:gd name="connsiteY0" fmla="*/ 0 h 3481643"/>
              <a:gd name="connsiteX1" fmla="*/ 4666892 w 4666892"/>
              <a:gd name="connsiteY1" fmla="*/ 0 h 3481643"/>
              <a:gd name="connsiteX2" fmla="*/ 4666892 w 4666892"/>
              <a:gd name="connsiteY2" fmla="*/ 2512390 h 3481643"/>
              <a:gd name="connsiteX3" fmla="*/ 4657487 w 4666892"/>
              <a:gd name="connsiteY3" fmla="*/ 2524968 h 3481643"/>
              <a:gd name="connsiteX4" fmla="*/ 2628900 w 4666892"/>
              <a:gd name="connsiteY4" fmla="*/ 3481643 h 3481643"/>
              <a:gd name="connsiteX5" fmla="*/ 0 w 4666892"/>
              <a:gd name="connsiteY5" fmla="*/ 852743 h 3481643"/>
              <a:gd name="connsiteX6" fmla="*/ 118190 w 4666892"/>
              <a:gd name="connsiteY6" fmla="*/ 70989 h 348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6892" h="3481643">
                <a:moveTo>
                  <a:pt x="144173" y="0"/>
                </a:moveTo>
                <a:lnTo>
                  <a:pt x="4666892" y="0"/>
                </a:lnTo>
                <a:lnTo>
                  <a:pt x="4666892" y="2512390"/>
                </a:lnTo>
                <a:lnTo>
                  <a:pt x="4657487" y="2524968"/>
                </a:lnTo>
                <a:cubicBezTo>
                  <a:pt x="4175308" y="3109233"/>
                  <a:pt x="3445594" y="3481643"/>
                  <a:pt x="2628900" y="3481643"/>
                </a:cubicBezTo>
                <a:cubicBezTo>
                  <a:pt x="1176999" y="3481643"/>
                  <a:pt x="0" y="2304644"/>
                  <a:pt x="0" y="852743"/>
                </a:cubicBezTo>
                <a:cubicBezTo>
                  <a:pt x="0" y="580512"/>
                  <a:pt x="41379" y="317945"/>
                  <a:pt x="118190" y="70989"/>
                </a:cubicBezTo>
                <a:close/>
              </a:path>
            </a:pathLst>
          </a:custGeom>
          <a:solidFill>
            <a:srgbClr val="FFFFF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Content Placeholder 4">
            <a:extLst>
              <a:ext uri="{FF2B5EF4-FFF2-40B4-BE49-F238E27FC236}">
                <a16:creationId xmlns:a16="http://schemas.microsoft.com/office/drawing/2014/main" id="{3C6E9C6A-E5E2-427B-886B-43D39F997E67}"/>
              </a:ext>
            </a:extLst>
          </p:cNvPr>
          <p:cNvPicPr>
            <a:picLocks noChangeAspect="1"/>
          </p:cNvPicPr>
          <p:nvPr/>
        </p:nvPicPr>
        <p:blipFill rotWithShape="1">
          <a:blip r:embed="rId5">
            <a:extLst>
              <a:ext uri="{28A0092B-C50C-407E-A947-70E740481C1C}">
                <a14:useLocalDpi xmlns:a14="http://schemas.microsoft.com/office/drawing/2010/main" val="0"/>
              </a:ext>
            </a:extLst>
          </a:blip>
          <a:srcRect l="1254" r="-3" b="-3"/>
          <a:stretch/>
        </p:blipFill>
        <p:spPr>
          <a:xfrm>
            <a:off x="7689829" y="-2055"/>
            <a:ext cx="4502173" cy="3316924"/>
          </a:xfrm>
          <a:custGeom>
            <a:avLst/>
            <a:gdLst>
              <a:gd name="connsiteX0" fmla="*/ 154695 w 4502173"/>
              <a:gd name="connsiteY0" fmla="*/ 0 h 3316924"/>
              <a:gd name="connsiteX1" fmla="*/ 4502173 w 4502173"/>
              <a:gd name="connsiteY1" fmla="*/ 0 h 3316924"/>
              <a:gd name="connsiteX2" fmla="*/ 4502173 w 4502173"/>
              <a:gd name="connsiteY2" fmla="*/ 2237639 h 3316924"/>
              <a:gd name="connsiteX3" fmla="*/ 4365663 w 4502173"/>
              <a:gd name="connsiteY3" fmla="*/ 2420191 h 3316924"/>
              <a:gd name="connsiteX4" fmla="*/ 2464181 w 4502173"/>
              <a:gd name="connsiteY4" fmla="*/ 3316924 h 3316924"/>
              <a:gd name="connsiteX5" fmla="*/ 0 w 4502173"/>
              <a:gd name="connsiteY5" fmla="*/ 852743 h 3316924"/>
              <a:gd name="connsiteX6" fmla="*/ 110786 w 4502173"/>
              <a:gd name="connsiteY6" fmla="*/ 119971 h 331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2173" h="3316924">
                <a:moveTo>
                  <a:pt x="154695" y="0"/>
                </a:moveTo>
                <a:lnTo>
                  <a:pt x="4502173" y="0"/>
                </a:lnTo>
                <a:lnTo>
                  <a:pt x="4502173" y="2237639"/>
                </a:lnTo>
                <a:lnTo>
                  <a:pt x="4365663" y="2420191"/>
                </a:lnTo>
                <a:cubicBezTo>
                  <a:pt x="3913696" y="2967849"/>
                  <a:pt x="3229704" y="3316924"/>
                  <a:pt x="2464181" y="3316924"/>
                </a:cubicBezTo>
                <a:cubicBezTo>
                  <a:pt x="1103251" y="3316924"/>
                  <a:pt x="0" y="2213673"/>
                  <a:pt x="0" y="852743"/>
                </a:cubicBezTo>
                <a:cubicBezTo>
                  <a:pt x="0" y="597569"/>
                  <a:pt x="38787" y="351454"/>
                  <a:pt x="110786" y="119971"/>
                </a:cubicBezTo>
                <a:close/>
              </a:path>
            </a:pathLst>
          </a:custGeom>
        </p:spPr>
      </p:pic>
      <p:sp>
        <p:nvSpPr>
          <p:cNvPr id="21" name="Freeform: Shape 20">
            <a:extLst>
              <a:ext uri="{FF2B5EF4-FFF2-40B4-BE49-F238E27FC236}">
                <a16:creationId xmlns:a16="http://schemas.microsoft.com/office/drawing/2014/main" id="{648F5915-2CE1-4F74-88C5-D4366893D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4737" y="3918051"/>
            <a:ext cx="3587263" cy="2939948"/>
          </a:xfrm>
          <a:custGeom>
            <a:avLst/>
            <a:gdLst>
              <a:gd name="connsiteX0" fmla="*/ 2070613 w 3587263"/>
              <a:gd name="connsiteY0" fmla="*/ 0 h 2939948"/>
              <a:gd name="connsiteX1" fmla="*/ 3534758 w 3587263"/>
              <a:gd name="connsiteY1" fmla="*/ 606469 h 2939948"/>
              <a:gd name="connsiteX2" fmla="*/ 3587263 w 3587263"/>
              <a:gd name="connsiteY2" fmla="*/ 664240 h 2939948"/>
              <a:gd name="connsiteX3" fmla="*/ 3587263 w 3587263"/>
              <a:gd name="connsiteY3" fmla="*/ 2939948 h 2939948"/>
              <a:gd name="connsiteX4" fmla="*/ 193241 w 3587263"/>
              <a:gd name="connsiteY4" fmla="*/ 2939948 h 2939948"/>
              <a:gd name="connsiteX5" fmla="*/ 162719 w 3587263"/>
              <a:gd name="connsiteY5" fmla="*/ 2876589 h 2939948"/>
              <a:gd name="connsiteX6" fmla="*/ 0 w 3587263"/>
              <a:gd name="connsiteY6" fmla="*/ 2070613 h 2939948"/>
              <a:gd name="connsiteX7" fmla="*/ 2070613 w 3587263"/>
              <a:gd name="connsiteY7" fmla="*/ 0 h 2939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7263" h="2939948">
                <a:moveTo>
                  <a:pt x="2070613" y="0"/>
                </a:moveTo>
                <a:cubicBezTo>
                  <a:pt x="2642397" y="0"/>
                  <a:pt x="3160050" y="231761"/>
                  <a:pt x="3534758" y="606469"/>
                </a:cubicBezTo>
                <a:lnTo>
                  <a:pt x="3587263" y="664240"/>
                </a:lnTo>
                <a:lnTo>
                  <a:pt x="3587263" y="2939948"/>
                </a:lnTo>
                <a:lnTo>
                  <a:pt x="193241" y="2939948"/>
                </a:lnTo>
                <a:lnTo>
                  <a:pt x="162719" y="2876589"/>
                </a:lnTo>
                <a:cubicBezTo>
                  <a:pt x="57940" y="2628865"/>
                  <a:pt x="0" y="2356505"/>
                  <a:pt x="0" y="2070613"/>
                </a:cubicBezTo>
                <a:cubicBezTo>
                  <a:pt x="0" y="927045"/>
                  <a:pt x="927045" y="0"/>
                  <a:pt x="2070613" y="0"/>
                </a:cubicBezTo>
                <a:close/>
              </a:path>
            </a:pathLst>
          </a:custGeom>
          <a:solidFill>
            <a:srgbClr val="FFFFF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591E02F8-1196-4346-8F8C-92D04AEF0E4C}"/>
              </a:ext>
            </a:extLst>
          </p:cNvPr>
          <p:cNvPicPr>
            <a:picLocks noChangeAspect="1"/>
          </p:cNvPicPr>
          <p:nvPr/>
        </p:nvPicPr>
        <p:blipFill rotWithShape="1">
          <a:blip r:embed="rId6">
            <a:extLst>
              <a:ext uri="{28A0092B-C50C-407E-A947-70E740481C1C}">
                <a14:useLocalDpi xmlns:a14="http://schemas.microsoft.com/office/drawing/2010/main" val="0"/>
              </a:ext>
            </a:extLst>
          </a:blip>
          <a:srcRect r="4732" b="-4"/>
          <a:stretch/>
        </p:blipFill>
        <p:spPr>
          <a:xfrm>
            <a:off x="8768834" y="4082148"/>
            <a:ext cx="3423175" cy="2775859"/>
          </a:xfrm>
          <a:custGeom>
            <a:avLst/>
            <a:gdLst>
              <a:gd name="connsiteX0" fmla="*/ 1906524 w 3423175"/>
              <a:gd name="connsiteY0" fmla="*/ 0 h 2775859"/>
              <a:gd name="connsiteX1" fmla="*/ 3377691 w 3423175"/>
              <a:gd name="connsiteY1" fmla="*/ 693798 h 2775859"/>
              <a:gd name="connsiteX2" fmla="*/ 3423175 w 3423175"/>
              <a:gd name="connsiteY2" fmla="*/ 754624 h 2775859"/>
              <a:gd name="connsiteX3" fmla="*/ 3423175 w 3423175"/>
              <a:gd name="connsiteY3" fmla="*/ 2775859 h 2775859"/>
              <a:gd name="connsiteX4" fmla="*/ 211114 w 3423175"/>
              <a:gd name="connsiteY4" fmla="*/ 2775859 h 2775859"/>
              <a:gd name="connsiteX5" fmla="*/ 149824 w 3423175"/>
              <a:gd name="connsiteY5" fmla="*/ 2648629 h 2775859"/>
              <a:gd name="connsiteX6" fmla="*/ 0 w 3423175"/>
              <a:gd name="connsiteY6" fmla="*/ 1906524 h 2775859"/>
              <a:gd name="connsiteX7" fmla="*/ 1906524 w 3423175"/>
              <a:gd name="connsiteY7" fmla="*/ 0 h 2775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3175" h="2775859">
                <a:moveTo>
                  <a:pt x="1906524" y="0"/>
                </a:moveTo>
                <a:cubicBezTo>
                  <a:pt x="2498805" y="0"/>
                  <a:pt x="3028006" y="270078"/>
                  <a:pt x="3377691" y="693798"/>
                </a:cubicBezTo>
                <a:lnTo>
                  <a:pt x="3423175" y="754624"/>
                </a:lnTo>
                <a:lnTo>
                  <a:pt x="3423175" y="2775859"/>
                </a:lnTo>
                <a:lnTo>
                  <a:pt x="211114" y="2775859"/>
                </a:lnTo>
                <a:lnTo>
                  <a:pt x="149824" y="2648629"/>
                </a:lnTo>
                <a:cubicBezTo>
                  <a:pt x="53349" y="2420536"/>
                  <a:pt x="0" y="2169760"/>
                  <a:pt x="0" y="1906524"/>
                </a:cubicBezTo>
                <a:cubicBezTo>
                  <a:pt x="0" y="853580"/>
                  <a:pt x="853580" y="0"/>
                  <a:pt x="1906524" y="0"/>
                </a:cubicBezTo>
                <a:close/>
              </a:path>
            </a:pathLst>
          </a:custGeom>
        </p:spPr>
      </p:pic>
      <p:sp>
        <p:nvSpPr>
          <p:cNvPr id="3" name="Footer Placeholder 2">
            <a:extLst>
              <a:ext uri="{FF2B5EF4-FFF2-40B4-BE49-F238E27FC236}">
                <a16:creationId xmlns:a16="http://schemas.microsoft.com/office/drawing/2014/main" id="{2A2E8003-7898-4151-81F8-5F188FCDC6D8}"/>
              </a:ext>
            </a:extLst>
          </p:cNvPr>
          <p:cNvSpPr>
            <a:spLocks noGrp="1"/>
          </p:cNvSpPr>
          <p:nvPr>
            <p:ph type="ftr" sz="quarter" idx="11"/>
          </p:nvPr>
        </p:nvSpPr>
        <p:spPr/>
        <p:txBody>
          <a:bodyPr/>
          <a:lstStyle/>
          <a:p>
            <a:r>
              <a:rPr lang="en-US"/>
              <a:t>Video Source: MalwareBytes</a:t>
            </a:r>
          </a:p>
        </p:txBody>
      </p:sp>
    </p:spTree>
    <p:extLst>
      <p:ext uri="{BB962C8B-B14F-4D97-AF65-F5344CB8AC3E}">
        <p14:creationId xmlns:p14="http://schemas.microsoft.com/office/powerpoint/2010/main" val="3627505547"/>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51EFE-9AE8-4521-AC80-30CA09AA77CA}"/>
              </a:ext>
            </a:extLst>
          </p:cNvPr>
          <p:cNvSpPr>
            <a:spLocks noGrp="1"/>
          </p:cNvSpPr>
          <p:nvPr>
            <p:ph type="title"/>
          </p:nvPr>
        </p:nvSpPr>
        <p:spPr/>
        <p:txBody>
          <a:bodyPr/>
          <a:lstStyle/>
          <a:p>
            <a:pPr algn="ctr"/>
            <a:r>
              <a:rPr lang="en-US" dirty="0">
                <a:solidFill>
                  <a:schemeClr val="bg1"/>
                </a:solidFill>
              </a:rPr>
              <a:t>Hypothetical Costs of Downtime Due to Network Wide Ransomware Attack</a:t>
            </a:r>
          </a:p>
        </p:txBody>
      </p:sp>
      <p:graphicFrame>
        <p:nvGraphicFramePr>
          <p:cNvPr id="8" name="Content Placeholder 6">
            <a:extLst>
              <a:ext uri="{FF2B5EF4-FFF2-40B4-BE49-F238E27FC236}">
                <a16:creationId xmlns:a16="http://schemas.microsoft.com/office/drawing/2014/main" id="{2B5F0359-1E9B-43DE-8638-5B377E086F38}"/>
              </a:ext>
            </a:extLst>
          </p:cNvPr>
          <p:cNvGraphicFramePr>
            <a:graphicFrameLocks/>
          </p:cNvGraphicFramePr>
          <p:nvPr>
            <p:extLst>
              <p:ext uri="{D42A27DB-BD31-4B8C-83A1-F6EECF244321}">
                <p14:modId xmlns:p14="http://schemas.microsoft.com/office/powerpoint/2010/main" val="2089179042"/>
              </p:ext>
            </p:extLst>
          </p:nvPr>
        </p:nvGraphicFramePr>
        <p:xfrm>
          <a:off x="870855" y="2718565"/>
          <a:ext cx="10450290" cy="3296825"/>
        </p:xfrm>
        <a:graphic>
          <a:graphicData uri="http://schemas.openxmlformats.org/drawingml/2006/table">
            <a:tbl>
              <a:tblPr firstRow="1" bandRow="1">
                <a:tableStyleId>{5C22544A-7EE6-4342-B048-85BDC9FD1C3A}</a:tableStyleId>
              </a:tblPr>
              <a:tblGrid>
                <a:gridCol w="1741715">
                  <a:extLst>
                    <a:ext uri="{9D8B030D-6E8A-4147-A177-3AD203B41FA5}">
                      <a16:colId xmlns:a16="http://schemas.microsoft.com/office/drawing/2014/main" val="2567753026"/>
                    </a:ext>
                  </a:extLst>
                </a:gridCol>
                <a:gridCol w="1741715">
                  <a:extLst>
                    <a:ext uri="{9D8B030D-6E8A-4147-A177-3AD203B41FA5}">
                      <a16:colId xmlns:a16="http://schemas.microsoft.com/office/drawing/2014/main" val="2622523819"/>
                    </a:ext>
                  </a:extLst>
                </a:gridCol>
                <a:gridCol w="1741715">
                  <a:extLst>
                    <a:ext uri="{9D8B030D-6E8A-4147-A177-3AD203B41FA5}">
                      <a16:colId xmlns:a16="http://schemas.microsoft.com/office/drawing/2014/main" val="667359497"/>
                    </a:ext>
                  </a:extLst>
                </a:gridCol>
                <a:gridCol w="1741715">
                  <a:extLst>
                    <a:ext uri="{9D8B030D-6E8A-4147-A177-3AD203B41FA5}">
                      <a16:colId xmlns:a16="http://schemas.microsoft.com/office/drawing/2014/main" val="2892731814"/>
                    </a:ext>
                  </a:extLst>
                </a:gridCol>
                <a:gridCol w="1741715">
                  <a:extLst>
                    <a:ext uri="{9D8B030D-6E8A-4147-A177-3AD203B41FA5}">
                      <a16:colId xmlns:a16="http://schemas.microsoft.com/office/drawing/2014/main" val="4223403107"/>
                    </a:ext>
                  </a:extLst>
                </a:gridCol>
                <a:gridCol w="1741715">
                  <a:extLst>
                    <a:ext uri="{9D8B030D-6E8A-4147-A177-3AD203B41FA5}">
                      <a16:colId xmlns:a16="http://schemas.microsoft.com/office/drawing/2014/main" val="2049473962"/>
                    </a:ext>
                  </a:extLst>
                </a:gridCol>
              </a:tblGrid>
              <a:tr h="1102097">
                <a:tc>
                  <a:txBody>
                    <a:bodyPr/>
                    <a:lstStyle/>
                    <a:p>
                      <a:r>
                        <a:rPr lang="en-US" dirty="0"/>
                        <a:t>Failure Point</a:t>
                      </a:r>
                    </a:p>
                  </a:txBody>
                  <a:tcPr/>
                </a:tc>
                <a:tc>
                  <a:txBody>
                    <a:bodyPr/>
                    <a:lstStyle/>
                    <a:p>
                      <a:r>
                        <a:rPr lang="en-US" dirty="0"/>
                        <a:t>Employees Effected</a:t>
                      </a:r>
                    </a:p>
                  </a:txBody>
                  <a:tcPr/>
                </a:tc>
                <a:tc>
                  <a:txBody>
                    <a:bodyPr/>
                    <a:lstStyle/>
                    <a:p>
                      <a:r>
                        <a:rPr lang="en-US" dirty="0"/>
                        <a:t>Productivity </a:t>
                      </a:r>
                    </a:p>
                    <a:p>
                      <a:r>
                        <a:rPr lang="en-US" dirty="0"/>
                        <a:t>Impact(Loss)</a:t>
                      </a:r>
                    </a:p>
                  </a:txBody>
                  <a:tcPr/>
                </a:tc>
                <a:tc>
                  <a:txBody>
                    <a:bodyPr/>
                    <a:lstStyle/>
                    <a:p>
                      <a:r>
                        <a:rPr lang="en-US" dirty="0"/>
                        <a:t>Cost Impact</a:t>
                      </a:r>
                    </a:p>
                    <a:p>
                      <a:r>
                        <a:rPr lang="en-US" dirty="0"/>
                        <a:t>Per Hour</a:t>
                      </a:r>
                    </a:p>
                  </a:txBody>
                  <a:tcPr/>
                </a:tc>
                <a:tc>
                  <a:txBody>
                    <a:bodyPr/>
                    <a:lstStyle/>
                    <a:p>
                      <a:r>
                        <a:rPr lang="en-US" dirty="0"/>
                        <a:t>Loss Per Day</a:t>
                      </a:r>
                    </a:p>
                    <a:p>
                      <a:r>
                        <a:rPr lang="en-US" dirty="0"/>
                        <a:t>(8 Hours)</a:t>
                      </a:r>
                    </a:p>
                  </a:txBody>
                  <a:tcPr/>
                </a:tc>
                <a:tc>
                  <a:txBody>
                    <a:bodyPr/>
                    <a:lstStyle/>
                    <a:p>
                      <a:r>
                        <a:rPr lang="en-US" dirty="0"/>
                        <a:t>Average Duration Loss(6.4 Days)</a:t>
                      </a:r>
                    </a:p>
                  </a:txBody>
                  <a:tcPr/>
                </a:tc>
                <a:extLst>
                  <a:ext uri="{0D108BD9-81ED-4DB2-BD59-A6C34878D82A}">
                    <a16:rowId xmlns:a16="http://schemas.microsoft.com/office/drawing/2014/main" val="3954503178"/>
                  </a:ext>
                </a:extLst>
              </a:tr>
              <a:tr h="1102097">
                <a:tc>
                  <a:txBody>
                    <a:bodyPr/>
                    <a:lstStyle/>
                    <a:p>
                      <a:r>
                        <a:rPr lang="en-US" dirty="0"/>
                        <a:t>File Storage Server</a:t>
                      </a:r>
                    </a:p>
                  </a:txBody>
                  <a:tcPr/>
                </a:tc>
                <a:tc>
                  <a:txBody>
                    <a:bodyPr/>
                    <a:lstStyle/>
                    <a:p>
                      <a:r>
                        <a:rPr lang="en-US" dirty="0"/>
                        <a:t>20 Employees</a:t>
                      </a:r>
                    </a:p>
                  </a:txBody>
                  <a:tcPr/>
                </a:tc>
                <a:tc>
                  <a:txBody>
                    <a:bodyPr/>
                    <a:lstStyle/>
                    <a:p>
                      <a:r>
                        <a:rPr lang="en-US" dirty="0"/>
                        <a:t>60% Loss</a:t>
                      </a:r>
                    </a:p>
                  </a:txBody>
                  <a:tcPr/>
                </a:tc>
                <a:tc>
                  <a:txBody>
                    <a:bodyPr/>
                    <a:lstStyle/>
                    <a:p>
                      <a:r>
                        <a:rPr lang="en-US" dirty="0"/>
                        <a:t>$420.00</a:t>
                      </a:r>
                    </a:p>
                  </a:txBody>
                  <a:tcPr/>
                </a:tc>
                <a:tc>
                  <a:txBody>
                    <a:bodyPr/>
                    <a:lstStyle/>
                    <a:p>
                      <a:r>
                        <a:rPr lang="en-US" dirty="0"/>
                        <a:t>$3360.00</a:t>
                      </a:r>
                    </a:p>
                  </a:txBody>
                  <a:tcPr/>
                </a:tc>
                <a:tc>
                  <a:txBody>
                    <a:bodyPr/>
                    <a:lstStyle/>
                    <a:p>
                      <a:r>
                        <a:rPr lang="en-US" dirty="0"/>
                        <a:t>$21,504.00</a:t>
                      </a:r>
                    </a:p>
                  </a:txBody>
                  <a:tcPr/>
                </a:tc>
                <a:extLst>
                  <a:ext uri="{0D108BD9-81ED-4DB2-BD59-A6C34878D82A}">
                    <a16:rowId xmlns:a16="http://schemas.microsoft.com/office/drawing/2014/main" val="3379345343"/>
                  </a:ext>
                </a:extLst>
              </a:tr>
              <a:tr h="446962">
                <a:tc>
                  <a:txBody>
                    <a:bodyPr/>
                    <a:lstStyle/>
                    <a:p>
                      <a:r>
                        <a:rPr lang="en-US" dirty="0"/>
                        <a:t>PC – User Workstation</a:t>
                      </a:r>
                    </a:p>
                  </a:txBody>
                  <a:tcPr/>
                </a:tc>
                <a:tc>
                  <a:txBody>
                    <a:bodyPr/>
                    <a:lstStyle/>
                    <a:p>
                      <a:r>
                        <a:rPr lang="en-US" dirty="0"/>
                        <a:t>50 Employees</a:t>
                      </a:r>
                    </a:p>
                  </a:txBody>
                  <a:tcPr/>
                </a:tc>
                <a:tc>
                  <a:txBody>
                    <a:bodyPr/>
                    <a:lstStyle/>
                    <a:p>
                      <a:r>
                        <a:rPr lang="en-US" dirty="0"/>
                        <a:t>100% Loss</a:t>
                      </a:r>
                    </a:p>
                  </a:txBody>
                  <a:tcPr/>
                </a:tc>
                <a:tc>
                  <a:txBody>
                    <a:bodyPr/>
                    <a:lstStyle/>
                    <a:p>
                      <a:r>
                        <a:rPr lang="en-US" dirty="0"/>
                        <a:t>$900.00</a:t>
                      </a:r>
                    </a:p>
                  </a:txBody>
                  <a:tcPr/>
                </a:tc>
                <a:tc>
                  <a:txBody>
                    <a:bodyPr/>
                    <a:lstStyle/>
                    <a:p>
                      <a:r>
                        <a:rPr lang="en-US" dirty="0"/>
                        <a:t>$7,200.00</a:t>
                      </a:r>
                    </a:p>
                  </a:txBody>
                  <a:tcPr/>
                </a:tc>
                <a:tc>
                  <a:txBody>
                    <a:bodyPr/>
                    <a:lstStyle/>
                    <a:p>
                      <a:r>
                        <a:rPr lang="en-US" dirty="0"/>
                        <a:t>$46,080.00</a:t>
                      </a:r>
                    </a:p>
                  </a:txBody>
                  <a:tcPr/>
                </a:tc>
                <a:extLst>
                  <a:ext uri="{0D108BD9-81ED-4DB2-BD59-A6C34878D82A}">
                    <a16:rowId xmlns:a16="http://schemas.microsoft.com/office/drawing/2014/main" val="2209717961"/>
                  </a:ext>
                </a:extLst>
              </a:tr>
              <a:tr h="452551">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7094692"/>
                  </a:ext>
                </a:extLst>
              </a:tr>
            </a:tbl>
          </a:graphicData>
        </a:graphic>
      </p:graphicFrame>
      <p:sp>
        <p:nvSpPr>
          <p:cNvPr id="3" name="TextBox 2">
            <a:extLst>
              <a:ext uri="{FF2B5EF4-FFF2-40B4-BE49-F238E27FC236}">
                <a16:creationId xmlns:a16="http://schemas.microsoft.com/office/drawing/2014/main" id="{35212EE9-518A-4EE6-80A6-C30802390513}"/>
              </a:ext>
            </a:extLst>
          </p:cNvPr>
          <p:cNvSpPr txBox="1"/>
          <p:nvPr/>
        </p:nvSpPr>
        <p:spPr>
          <a:xfrm>
            <a:off x="1645920" y="1690688"/>
            <a:ext cx="7661709" cy="646331"/>
          </a:xfrm>
          <a:prstGeom prst="rect">
            <a:avLst/>
          </a:prstGeom>
          <a:noFill/>
        </p:spPr>
        <p:txBody>
          <a:bodyPr wrap="square" rtlCol="0">
            <a:spAutoFit/>
          </a:bodyPr>
          <a:lstStyle/>
          <a:p>
            <a:r>
              <a:rPr lang="en-US" dirty="0">
                <a:solidFill>
                  <a:schemeClr val="bg1"/>
                </a:solidFill>
              </a:rPr>
              <a:t> </a:t>
            </a:r>
            <a:r>
              <a:rPr lang="en-US" i="1" dirty="0">
                <a:solidFill>
                  <a:schemeClr val="bg1"/>
                </a:solidFill>
              </a:rPr>
              <a:t>Cost of Downtime = (Impacted Employees) X (Productivity Factor %) X (Average hourly salary)</a:t>
            </a:r>
            <a:endParaRPr lang="en-US" dirty="0">
              <a:solidFill>
                <a:schemeClr val="bg1"/>
              </a:solidFill>
            </a:endParaRPr>
          </a:p>
        </p:txBody>
      </p:sp>
    </p:spTree>
    <p:extLst>
      <p:ext uri="{BB962C8B-B14F-4D97-AF65-F5344CB8AC3E}">
        <p14:creationId xmlns:p14="http://schemas.microsoft.com/office/powerpoint/2010/main" val="3065164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C55BAB-913B-4216-B5AA-41A5F214E406}"/>
              </a:ext>
            </a:extLst>
          </p:cNvPr>
          <p:cNvSpPr>
            <a:spLocks noGrp="1"/>
          </p:cNvSpPr>
          <p:nvPr>
            <p:ph type="title"/>
          </p:nvPr>
        </p:nvSpPr>
        <p:spPr>
          <a:xfrm>
            <a:off x="863029" y="1012004"/>
            <a:ext cx="3416158" cy="4795408"/>
          </a:xfrm>
        </p:spPr>
        <p:txBody>
          <a:bodyPr>
            <a:normAutofit/>
          </a:bodyPr>
          <a:lstStyle/>
          <a:p>
            <a:r>
              <a:rPr lang="en-US">
                <a:solidFill>
                  <a:srgbClr val="FFFFFF"/>
                </a:solidFill>
              </a:rPr>
              <a:t>Physical Security in the Workplace</a:t>
            </a:r>
          </a:p>
        </p:txBody>
      </p:sp>
      <p:graphicFrame>
        <p:nvGraphicFramePr>
          <p:cNvPr id="5" name="Content Placeholder 2">
            <a:extLst>
              <a:ext uri="{FF2B5EF4-FFF2-40B4-BE49-F238E27FC236}">
                <a16:creationId xmlns:a16="http://schemas.microsoft.com/office/drawing/2014/main" id="{074E17A0-B10C-40D6-B74E-6FF15F6E1AF3}"/>
              </a:ext>
            </a:extLst>
          </p:cNvPr>
          <p:cNvGraphicFramePr>
            <a:graphicFrameLocks noGrp="1"/>
          </p:cNvGraphicFramePr>
          <p:nvPr>
            <p:ph idx="1"/>
            <p:extLst>
              <p:ext uri="{D42A27DB-BD31-4B8C-83A1-F6EECF244321}">
                <p14:modId xmlns:p14="http://schemas.microsoft.com/office/powerpoint/2010/main" val="1635799372"/>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31293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80B8309-DFD2-4C85-85D0-3949498D8BB2}"/>
              </a:ext>
            </a:extLst>
          </p:cNvPr>
          <p:cNvSpPr>
            <a:spLocks noGrp="1"/>
          </p:cNvSpPr>
          <p:nvPr>
            <p:ph type="title"/>
          </p:nvPr>
        </p:nvSpPr>
        <p:spPr>
          <a:xfrm>
            <a:off x="863029" y="1012004"/>
            <a:ext cx="3416158" cy="4795408"/>
          </a:xfrm>
        </p:spPr>
        <p:txBody>
          <a:bodyPr>
            <a:normAutofit/>
          </a:bodyPr>
          <a:lstStyle/>
          <a:p>
            <a:r>
              <a:rPr lang="en-US">
                <a:solidFill>
                  <a:srgbClr val="FFFFFF"/>
                </a:solidFill>
              </a:rPr>
              <a:t>Unattended Workstations</a:t>
            </a:r>
          </a:p>
        </p:txBody>
      </p:sp>
      <p:graphicFrame>
        <p:nvGraphicFramePr>
          <p:cNvPr id="5" name="Content Placeholder 2">
            <a:extLst>
              <a:ext uri="{FF2B5EF4-FFF2-40B4-BE49-F238E27FC236}">
                <a16:creationId xmlns:a16="http://schemas.microsoft.com/office/drawing/2014/main" id="{460B576F-4B77-4450-B20E-8FC533AC9A71}"/>
              </a:ext>
            </a:extLst>
          </p:cNvPr>
          <p:cNvGraphicFramePr>
            <a:graphicFrameLocks noGrp="1"/>
          </p:cNvGraphicFramePr>
          <p:nvPr>
            <p:ph idx="1"/>
            <p:extLst>
              <p:ext uri="{D42A27DB-BD31-4B8C-83A1-F6EECF244321}">
                <p14:modId xmlns:p14="http://schemas.microsoft.com/office/powerpoint/2010/main" val="327895351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534535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DCF4D9-B385-4677-A686-78C50FADF03F}"/>
              </a:ext>
            </a:extLst>
          </p:cNvPr>
          <p:cNvSpPr>
            <a:spLocks noGrp="1"/>
          </p:cNvSpPr>
          <p:nvPr>
            <p:ph type="title"/>
          </p:nvPr>
        </p:nvSpPr>
        <p:spPr>
          <a:xfrm>
            <a:off x="863029" y="1012004"/>
            <a:ext cx="3416158" cy="4795408"/>
          </a:xfrm>
        </p:spPr>
        <p:txBody>
          <a:bodyPr>
            <a:normAutofit/>
          </a:bodyPr>
          <a:lstStyle/>
          <a:p>
            <a:r>
              <a:rPr lang="en-US" dirty="0">
                <a:solidFill>
                  <a:srgbClr val="FFFFFF"/>
                </a:solidFill>
              </a:rPr>
              <a:t>Physical Documents</a:t>
            </a:r>
          </a:p>
        </p:txBody>
      </p:sp>
      <p:graphicFrame>
        <p:nvGraphicFramePr>
          <p:cNvPr id="5" name="Content Placeholder 2">
            <a:extLst>
              <a:ext uri="{FF2B5EF4-FFF2-40B4-BE49-F238E27FC236}">
                <a16:creationId xmlns:a16="http://schemas.microsoft.com/office/drawing/2014/main" id="{0473CD68-A42D-4B6A-B0E9-9CA8CA12E93D}"/>
              </a:ext>
            </a:extLst>
          </p:cNvPr>
          <p:cNvGraphicFramePr>
            <a:graphicFrameLocks noGrp="1"/>
          </p:cNvGraphicFramePr>
          <p:nvPr>
            <p:ph idx="1"/>
            <p:extLst>
              <p:ext uri="{D42A27DB-BD31-4B8C-83A1-F6EECF244321}">
                <p14:modId xmlns:p14="http://schemas.microsoft.com/office/powerpoint/2010/main" val="2611086220"/>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68824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EE821B-1746-4C98-B890-7F59E706FFF4}"/>
              </a:ext>
            </a:extLst>
          </p:cNvPr>
          <p:cNvSpPr>
            <a:spLocks noGrp="1"/>
          </p:cNvSpPr>
          <p:nvPr>
            <p:ph type="title"/>
          </p:nvPr>
        </p:nvSpPr>
        <p:spPr>
          <a:xfrm>
            <a:off x="863028" y="1012004"/>
            <a:ext cx="3615665" cy="4795408"/>
          </a:xfrm>
        </p:spPr>
        <p:txBody>
          <a:bodyPr>
            <a:normAutofit/>
          </a:bodyPr>
          <a:lstStyle/>
          <a:p>
            <a:r>
              <a:rPr lang="en-US" dirty="0">
                <a:solidFill>
                  <a:srgbClr val="FFFFFF"/>
                </a:solidFill>
              </a:rPr>
              <a:t>Tailgating</a:t>
            </a:r>
            <a:br>
              <a:rPr lang="en-US" dirty="0">
                <a:solidFill>
                  <a:srgbClr val="FFFFFF"/>
                </a:solidFill>
              </a:rPr>
            </a:br>
            <a:r>
              <a:rPr lang="en-US" dirty="0">
                <a:solidFill>
                  <a:srgbClr val="FFFFFF"/>
                </a:solidFill>
              </a:rPr>
              <a:t>&amp;</a:t>
            </a:r>
            <a:br>
              <a:rPr lang="en-US" dirty="0">
                <a:solidFill>
                  <a:srgbClr val="FFFFFF"/>
                </a:solidFill>
              </a:rPr>
            </a:br>
            <a:r>
              <a:rPr lang="en-US" dirty="0">
                <a:solidFill>
                  <a:srgbClr val="FFFFFF"/>
                </a:solidFill>
              </a:rPr>
              <a:t>Impersonation</a:t>
            </a:r>
            <a:endParaRPr lang="en-US" sz="2400" dirty="0">
              <a:solidFill>
                <a:srgbClr val="FFFFFF"/>
              </a:solidFill>
            </a:endParaRPr>
          </a:p>
        </p:txBody>
      </p:sp>
      <p:graphicFrame>
        <p:nvGraphicFramePr>
          <p:cNvPr id="5" name="Content Placeholder 2">
            <a:extLst>
              <a:ext uri="{FF2B5EF4-FFF2-40B4-BE49-F238E27FC236}">
                <a16:creationId xmlns:a16="http://schemas.microsoft.com/office/drawing/2014/main" id="{DDB4A132-04F1-41A3-8A2C-A9C97C3F7390}"/>
              </a:ext>
            </a:extLst>
          </p:cNvPr>
          <p:cNvGraphicFramePr>
            <a:graphicFrameLocks noGrp="1"/>
          </p:cNvGraphicFramePr>
          <p:nvPr>
            <p:ph idx="1"/>
            <p:extLst>
              <p:ext uri="{D42A27DB-BD31-4B8C-83A1-F6EECF244321}">
                <p14:modId xmlns:p14="http://schemas.microsoft.com/office/powerpoint/2010/main" val="2318896742"/>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2189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A6B383-368D-4FB1-90F3-7A2073CD8D17}"/>
              </a:ext>
            </a:extLst>
          </p:cNvPr>
          <p:cNvSpPr>
            <a:spLocks noGrp="1"/>
          </p:cNvSpPr>
          <p:nvPr>
            <p:ph type="title"/>
          </p:nvPr>
        </p:nvSpPr>
        <p:spPr>
          <a:xfrm>
            <a:off x="863029" y="1012004"/>
            <a:ext cx="3416158" cy="4795408"/>
          </a:xfrm>
        </p:spPr>
        <p:txBody>
          <a:bodyPr>
            <a:normAutofit/>
          </a:bodyPr>
          <a:lstStyle/>
          <a:p>
            <a:r>
              <a:rPr lang="en-US">
                <a:solidFill>
                  <a:srgbClr val="FFFFFF"/>
                </a:solidFill>
              </a:rPr>
              <a:t>Shoulder Surfing</a:t>
            </a:r>
          </a:p>
        </p:txBody>
      </p:sp>
      <p:graphicFrame>
        <p:nvGraphicFramePr>
          <p:cNvPr id="5" name="Content Placeholder 2">
            <a:extLst>
              <a:ext uri="{FF2B5EF4-FFF2-40B4-BE49-F238E27FC236}">
                <a16:creationId xmlns:a16="http://schemas.microsoft.com/office/drawing/2014/main" id="{5DFD0762-1059-49A0-818F-9777402206E3}"/>
              </a:ext>
            </a:extLst>
          </p:cNvPr>
          <p:cNvGraphicFramePr>
            <a:graphicFrameLocks noGrp="1"/>
          </p:cNvGraphicFramePr>
          <p:nvPr>
            <p:ph idx="1"/>
            <p:extLst>
              <p:ext uri="{D42A27DB-BD31-4B8C-83A1-F6EECF244321}">
                <p14:modId xmlns:p14="http://schemas.microsoft.com/office/powerpoint/2010/main" val="2815168886"/>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98551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E862BE82-D00D-42C1-BF16-93AA37870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F6D92C2D-1D3D-4974-918C-06579FB35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3" y="-2"/>
            <a:ext cx="5441859" cy="5654940"/>
          </a:xfrm>
          <a:custGeom>
            <a:avLst/>
            <a:gdLst>
              <a:gd name="connsiteX0" fmla="*/ 0 w 5441859"/>
              <a:gd name="connsiteY0" fmla="*/ 0 h 5654940"/>
              <a:gd name="connsiteX1" fmla="*/ 4400492 w 5441859"/>
              <a:gd name="connsiteY1" fmla="*/ 0 h 5654940"/>
              <a:gd name="connsiteX2" fmla="*/ 4484767 w 5441859"/>
              <a:gd name="connsiteY2" fmla="*/ 76595 h 5654940"/>
              <a:gd name="connsiteX3" fmla="*/ 5441859 w 5441859"/>
              <a:gd name="connsiteY3" fmla="*/ 2387221 h 5654940"/>
              <a:gd name="connsiteX4" fmla="*/ 2174140 w 5441859"/>
              <a:gd name="connsiteY4" fmla="*/ 5654940 h 5654940"/>
              <a:gd name="connsiteX5" fmla="*/ 156693 w 5441859"/>
              <a:gd name="connsiteY5" fmla="*/ 4957981 h 5654940"/>
              <a:gd name="connsiteX6" fmla="*/ 0 w 5441859"/>
              <a:gd name="connsiteY6" fmla="*/ 4820612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0" y="0"/>
                </a:moveTo>
                <a:lnTo>
                  <a:pt x="4400492" y="0"/>
                </a:lnTo>
                <a:lnTo>
                  <a:pt x="4484767" y="76595"/>
                </a:lnTo>
                <a:cubicBezTo>
                  <a:pt x="5076108"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a:solidFill>
            <a:schemeClr val="bg1">
              <a:lumMod val="95000"/>
              <a:lumOff val="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BEF07A1-874B-4101-BB29-785511249224}"/>
              </a:ext>
            </a:extLst>
          </p:cNvPr>
          <p:cNvSpPr>
            <a:spLocks noGrp="1"/>
          </p:cNvSpPr>
          <p:nvPr>
            <p:ph type="title"/>
          </p:nvPr>
        </p:nvSpPr>
        <p:spPr>
          <a:xfrm>
            <a:off x="687274" y="1784059"/>
            <a:ext cx="4062643" cy="1043409"/>
          </a:xfrm>
        </p:spPr>
        <p:txBody>
          <a:bodyPr>
            <a:normAutofit/>
          </a:bodyPr>
          <a:lstStyle/>
          <a:p>
            <a:r>
              <a:rPr lang="en-US" sz="5400" b="1" dirty="0">
                <a:cs typeface="Lucida Sans Unicode" panose="020B0602030504020204" pitchFamily="34" charset="0"/>
              </a:rPr>
              <a:t>Real or Phish</a:t>
            </a:r>
          </a:p>
        </p:txBody>
      </p:sp>
    </p:spTree>
    <p:extLst>
      <p:ext uri="{BB962C8B-B14F-4D97-AF65-F5344CB8AC3E}">
        <p14:creationId xmlns:p14="http://schemas.microsoft.com/office/powerpoint/2010/main" val="1282947645"/>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E4A9E-B1EB-4D5A-8F87-03E261CBB9E4}"/>
              </a:ext>
            </a:extLst>
          </p:cNvPr>
          <p:cNvSpPr>
            <a:spLocks noGrp="1"/>
          </p:cNvSpPr>
          <p:nvPr>
            <p:ph type="title"/>
          </p:nvPr>
        </p:nvSpPr>
        <p:spPr>
          <a:xfrm>
            <a:off x="838200" y="365125"/>
            <a:ext cx="10515600" cy="1325563"/>
          </a:xfrm>
        </p:spPr>
        <p:txBody>
          <a:bodyPr/>
          <a:lstStyle/>
          <a:p>
            <a:pPr algn="ctr"/>
            <a:r>
              <a:rPr lang="en-US">
                <a:solidFill>
                  <a:schemeClr val="bg1"/>
                </a:solidFill>
              </a:rPr>
              <a:t>Real or Phish Scenario #1</a:t>
            </a:r>
            <a:endParaRPr lang="en-US" dirty="0">
              <a:solidFill>
                <a:schemeClr val="bg1"/>
              </a:solidFill>
            </a:endParaRPr>
          </a:p>
        </p:txBody>
      </p:sp>
      <p:sp>
        <p:nvSpPr>
          <p:cNvPr id="3" name="Content Placeholder 2">
            <a:extLst>
              <a:ext uri="{FF2B5EF4-FFF2-40B4-BE49-F238E27FC236}">
                <a16:creationId xmlns:a16="http://schemas.microsoft.com/office/drawing/2014/main" id="{FBFB2C3A-72DD-46AE-B995-EE287E375E9B}"/>
              </a:ext>
            </a:extLst>
          </p:cNvPr>
          <p:cNvSpPr>
            <a:spLocks noGrp="1"/>
          </p:cNvSpPr>
          <p:nvPr>
            <p:ph idx="1"/>
          </p:nvPr>
        </p:nvSpPr>
        <p:spPr>
          <a:xfrm>
            <a:off x="6680200" y="1508458"/>
            <a:ext cx="4854677" cy="2759075"/>
          </a:xfrm>
        </p:spPr>
        <p:txBody>
          <a:bodyPr/>
          <a:lstStyle/>
          <a:p>
            <a:pPr marL="0" indent="0">
              <a:buNone/>
            </a:pPr>
            <a:r>
              <a:rPr lang="en-US">
                <a:solidFill>
                  <a:schemeClr val="bg1"/>
                </a:solidFill>
              </a:rPr>
              <a:t>Plot:</a:t>
            </a:r>
          </a:p>
          <a:p>
            <a:pPr marL="0" indent="0">
              <a:buNone/>
            </a:pPr>
            <a:r>
              <a:rPr lang="en-US">
                <a:solidFill>
                  <a:schemeClr val="bg1"/>
                </a:solidFill>
              </a:rPr>
              <a:t>David receives an email from Dropbox informing him that he has a shared document that is waiting for him. </a:t>
            </a:r>
            <a:endParaRPr lang="en-US" dirty="0">
              <a:solidFill>
                <a:schemeClr val="bg1"/>
              </a:solidFill>
            </a:endParaRPr>
          </a:p>
        </p:txBody>
      </p:sp>
      <p:pic>
        <p:nvPicPr>
          <p:cNvPr id="7" name="Picture 6" descr="A screenshot of a social media post&#10;&#10;Description generated with very high confidence">
            <a:extLst>
              <a:ext uri="{FF2B5EF4-FFF2-40B4-BE49-F238E27FC236}">
                <a16:creationId xmlns:a16="http://schemas.microsoft.com/office/drawing/2014/main" id="{5E9C98AA-94E6-4714-B586-9EAA818E5B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 y="1508458"/>
            <a:ext cx="5686928" cy="5138072"/>
          </a:xfrm>
          <a:prstGeom prst="rect">
            <a:avLst/>
          </a:prstGeom>
        </p:spPr>
      </p:pic>
    </p:spTree>
    <p:extLst>
      <p:ext uri="{BB962C8B-B14F-4D97-AF65-F5344CB8AC3E}">
        <p14:creationId xmlns:p14="http://schemas.microsoft.com/office/powerpoint/2010/main" val="4897487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1C8C8F5B-D8A9-4065-8A4A-2DE039386DC6}"/>
              </a:ext>
            </a:extLst>
          </p:cNvPr>
          <p:cNvPicPr>
            <a:picLocks noGrp="1" noChangeAspect="1"/>
          </p:cNvPicPr>
          <p:nvPr>
            <p:ph idx="1"/>
          </p:nvPr>
        </p:nvPicPr>
        <p:blipFill>
          <a:blip r:embed="rId2"/>
          <a:stretch>
            <a:fillRect/>
          </a:stretch>
        </p:blipFill>
        <p:spPr>
          <a:xfrm>
            <a:off x="211171" y="233265"/>
            <a:ext cx="11769658" cy="6391470"/>
          </a:xfrm>
          <a:prstGeom prst="rect">
            <a:avLst/>
          </a:prstGeom>
        </p:spPr>
      </p:pic>
    </p:spTree>
    <p:extLst>
      <p:ext uri="{BB962C8B-B14F-4D97-AF65-F5344CB8AC3E}">
        <p14:creationId xmlns:p14="http://schemas.microsoft.com/office/powerpoint/2010/main" val="3429414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C625-86BF-4CB9-8230-BDFD930F1408}"/>
              </a:ext>
            </a:extLst>
          </p:cNvPr>
          <p:cNvSpPr>
            <a:spLocks noGrp="1"/>
          </p:cNvSpPr>
          <p:nvPr>
            <p:ph type="title"/>
          </p:nvPr>
        </p:nvSpPr>
        <p:spPr>
          <a:xfrm>
            <a:off x="2370667" y="2187743"/>
            <a:ext cx="5293449" cy="2482515"/>
          </a:xfrm>
        </p:spPr>
        <p:txBody>
          <a:bodyPr vert="horz" lIns="91440" tIns="45720" rIns="91440" bIns="45720" rtlCol="0" anchor="ctr">
            <a:normAutofit fontScale="90000"/>
          </a:bodyPr>
          <a:lstStyle/>
          <a:p>
            <a:r>
              <a:rPr lang="en-US" sz="6000" kern="1200" dirty="0">
                <a:solidFill>
                  <a:schemeClr val="bg1"/>
                </a:solidFill>
                <a:latin typeface="+mj-lt"/>
                <a:ea typeface="+mj-ea"/>
                <a:cs typeface="+mj-cs"/>
              </a:rPr>
              <a:t>T</a:t>
            </a:r>
            <a:r>
              <a:rPr lang="en-US" sz="6000" dirty="0">
                <a:solidFill>
                  <a:schemeClr val="bg1"/>
                </a:solidFill>
              </a:rPr>
              <a:t>hat Looked Real!</a:t>
            </a:r>
            <a:r>
              <a:rPr lang="en-US" sz="6000" kern="1200" dirty="0">
                <a:solidFill>
                  <a:schemeClr val="bg1"/>
                </a:solidFill>
                <a:latin typeface="+mj-lt"/>
                <a:ea typeface="+mj-ea"/>
                <a:cs typeface="+mj-cs"/>
              </a:rPr>
              <a:t> But it was also a “</a:t>
            </a:r>
            <a:r>
              <a:rPr lang="en-US" sz="6000" i="1" kern="1200" dirty="0">
                <a:solidFill>
                  <a:schemeClr val="bg1"/>
                </a:solidFill>
                <a:latin typeface="+mj-lt"/>
                <a:ea typeface="+mj-ea"/>
                <a:cs typeface="+mj-cs"/>
              </a:rPr>
              <a:t>Real”</a:t>
            </a:r>
            <a:r>
              <a:rPr lang="en-US" sz="6000" kern="1200" dirty="0">
                <a:solidFill>
                  <a:schemeClr val="bg1"/>
                </a:solidFill>
                <a:latin typeface="+mj-lt"/>
                <a:ea typeface="+mj-ea"/>
                <a:cs typeface="+mj-cs"/>
              </a:rPr>
              <a:t> Phish….</a:t>
            </a:r>
          </a:p>
        </p:txBody>
      </p:sp>
      <p:sp>
        <p:nvSpPr>
          <p:cNvPr id="3" name="Content Placeholder 2">
            <a:extLst>
              <a:ext uri="{FF2B5EF4-FFF2-40B4-BE49-F238E27FC236}">
                <a16:creationId xmlns:a16="http://schemas.microsoft.com/office/drawing/2014/main" id="{AB4A9531-A369-4FA1-BB2A-5351C8D97572}"/>
              </a:ext>
            </a:extLst>
          </p:cNvPr>
          <p:cNvSpPr>
            <a:spLocks noGrp="1"/>
          </p:cNvSpPr>
          <p:nvPr>
            <p:ph idx="1"/>
          </p:nvPr>
        </p:nvSpPr>
        <p:spPr>
          <a:xfrm>
            <a:off x="2473304" y="4744903"/>
            <a:ext cx="5293449" cy="1371405"/>
          </a:xfrm>
        </p:spPr>
        <p:txBody>
          <a:bodyPr vert="horz" lIns="91440" tIns="45720" rIns="91440" bIns="45720" rtlCol="0">
            <a:normAutofit/>
          </a:bodyPr>
          <a:lstStyle/>
          <a:p>
            <a:pPr marL="0" indent="0">
              <a:buNone/>
            </a:pPr>
            <a:r>
              <a:rPr lang="en-US" sz="2400" kern="1200" dirty="0">
                <a:solidFill>
                  <a:schemeClr val="bg1"/>
                </a:solidFill>
                <a:latin typeface="+mn-lt"/>
                <a:ea typeface="+mn-ea"/>
                <a:cs typeface="+mn-cs"/>
              </a:rPr>
              <a:t>And here is why….</a:t>
            </a:r>
          </a:p>
        </p:txBody>
      </p:sp>
      <p:pic>
        <p:nvPicPr>
          <p:cNvPr id="7" name="Graphic 6" descr="Head with Gears">
            <a:extLst>
              <a:ext uri="{FF2B5EF4-FFF2-40B4-BE49-F238E27FC236}">
                <a16:creationId xmlns:a16="http://schemas.microsoft.com/office/drawing/2014/main" id="{8457270E-8DF9-4E47-8AD7-2CA6EFBAB4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1" y="2743201"/>
            <a:ext cx="1371600" cy="1371600"/>
          </a:xfrm>
          <a:prstGeom prst="rect">
            <a:avLst/>
          </a:prstGeom>
        </p:spPr>
      </p:pic>
      <p:pic>
        <p:nvPicPr>
          <p:cNvPr id="9" name="Graphic 8">
            <a:extLst>
              <a:ext uri="{FF2B5EF4-FFF2-40B4-BE49-F238E27FC236}">
                <a16:creationId xmlns:a16="http://schemas.microsoft.com/office/drawing/2014/main" id="{F1A0D450-5450-4762-955B-D23F57AB6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5656617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79761-EEB1-4D49-859B-7E31210863A7}"/>
              </a:ext>
            </a:extLst>
          </p:cNvPr>
          <p:cNvSpPr>
            <a:spLocks noGrp="1"/>
          </p:cNvSpPr>
          <p:nvPr>
            <p:ph type="title"/>
          </p:nvPr>
        </p:nvSpPr>
        <p:spPr>
          <a:xfrm>
            <a:off x="489284" y="172620"/>
            <a:ext cx="10515600" cy="1325563"/>
          </a:xfrm>
        </p:spPr>
        <p:txBody>
          <a:bodyPr/>
          <a:lstStyle/>
          <a:p>
            <a:pPr algn="ctr"/>
            <a:r>
              <a:rPr lang="en-US" dirty="0">
                <a:solidFill>
                  <a:schemeClr val="bg1"/>
                </a:solidFill>
              </a:rPr>
              <a:t>Analyzing the Email | Scenario #1 </a:t>
            </a:r>
          </a:p>
        </p:txBody>
      </p:sp>
      <p:pic>
        <p:nvPicPr>
          <p:cNvPr id="5" name="Content Placeholder 4" descr="A screenshot of a social media post&#10;&#10;Description generated with very high confidence">
            <a:extLst>
              <a:ext uri="{FF2B5EF4-FFF2-40B4-BE49-F238E27FC236}">
                <a16:creationId xmlns:a16="http://schemas.microsoft.com/office/drawing/2014/main" id="{76A3953C-FFD8-4D86-8900-0AD82790D0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39846" y="1279167"/>
            <a:ext cx="5814170" cy="5253036"/>
          </a:xfrm>
        </p:spPr>
      </p:pic>
    </p:spTree>
    <p:extLst>
      <p:ext uri="{BB962C8B-B14F-4D97-AF65-F5344CB8AC3E}">
        <p14:creationId xmlns:p14="http://schemas.microsoft.com/office/powerpoint/2010/main" val="35769784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798179-86CE-41C7-B267-2BA11A329E57}"/>
              </a:ext>
            </a:extLst>
          </p:cNvPr>
          <p:cNvPicPr>
            <a:picLocks noChangeAspect="1"/>
          </p:cNvPicPr>
          <p:nvPr/>
        </p:nvPicPr>
        <p:blipFill>
          <a:blip r:embed="rId2"/>
          <a:stretch>
            <a:fillRect/>
          </a:stretch>
        </p:blipFill>
        <p:spPr>
          <a:xfrm>
            <a:off x="837744" y="1252539"/>
            <a:ext cx="10516511" cy="4352921"/>
          </a:xfrm>
          <a:prstGeom prst="rect">
            <a:avLst/>
          </a:prstGeom>
        </p:spPr>
      </p:pic>
      <p:pic>
        <p:nvPicPr>
          <p:cNvPr id="10" name="Picture 9">
            <a:extLst>
              <a:ext uri="{FF2B5EF4-FFF2-40B4-BE49-F238E27FC236}">
                <a16:creationId xmlns:a16="http://schemas.microsoft.com/office/drawing/2014/main" id="{75BAD166-7858-43A6-82A1-8E4470957C0B}"/>
              </a:ext>
            </a:extLst>
          </p:cNvPr>
          <p:cNvPicPr>
            <a:picLocks noChangeAspect="1"/>
          </p:cNvPicPr>
          <p:nvPr/>
        </p:nvPicPr>
        <p:blipFill>
          <a:blip r:embed="rId3"/>
          <a:stretch>
            <a:fillRect/>
          </a:stretch>
        </p:blipFill>
        <p:spPr>
          <a:xfrm>
            <a:off x="-216251" y="0"/>
            <a:ext cx="12624502" cy="6857998"/>
          </a:xfrm>
          <a:prstGeom prst="rect">
            <a:avLst/>
          </a:prstGeom>
        </p:spPr>
      </p:pic>
    </p:spTree>
    <p:extLst>
      <p:ext uri="{BB962C8B-B14F-4D97-AF65-F5344CB8AC3E}">
        <p14:creationId xmlns:p14="http://schemas.microsoft.com/office/powerpoint/2010/main" val="2191484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7DF17-4398-4239-B565-0274456DDA68}"/>
              </a:ext>
            </a:extLst>
          </p:cNvPr>
          <p:cNvSpPr>
            <a:spLocks noGrp="1"/>
          </p:cNvSpPr>
          <p:nvPr>
            <p:ph type="title"/>
          </p:nvPr>
        </p:nvSpPr>
        <p:spPr>
          <a:xfrm>
            <a:off x="2370667" y="2187743"/>
            <a:ext cx="5293449" cy="2482515"/>
          </a:xfrm>
        </p:spPr>
        <p:txBody>
          <a:bodyPr vert="horz" lIns="91440" tIns="45720" rIns="91440" bIns="45720" rtlCol="0" anchor="ctr">
            <a:normAutofit/>
          </a:bodyPr>
          <a:lstStyle/>
          <a:p>
            <a:r>
              <a:rPr lang="en-US" sz="5600" kern="1200" dirty="0">
                <a:solidFill>
                  <a:schemeClr val="bg1"/>
                </a:solidFill>
                <a:latin typeface="+mj-lt"/>
                <a:ea typeface="+mj-ea"/>
                <a:cs typeface="+mj-cs"/>
              </a:rPr>
              <a:t>What does the real page look like?</a:t>
            </a:r>
          </a:p>
        </p:txBody>
      </p:sp>
      <p:sp>
        <p:nvSpPr>
          <p:cNvPr id="3" name="Content Placeholder 2">
            <a:extLst>
              <a:ext uri="{FF2B5EF4-FFF2-40B4-BE49-F238E27FC236}">
                <a16:creationId xmlns:a16="http://schemas.microsoft.com/office/drawing/2014/main" id="{982D50B8-D110-4A82-B667-7D32F41B2B03}"/>
              </a:ext>
            </a:extLst>
          </p:cNvPr>
          <p:cNvSpPr>
            <a:spLocks noGrp="1"/>
          </p:cNvSpPr>
          <p:nvPr>
            <p:ph idx="1"/>
          </p:nvPr>
        </p:nvSpPr>
        <p:spPr>
          <a:xfrm>
            <a:off x="2370667" y="4670258"/>
            <a:ext cx="5293449" cy="1371405"/>
          </a:xfrm>
        </p:spPr>
        <p:txBody>
          <a:bodyPr vert="horz" lIns="91440" tIns="45720" rIns="91440" bIns="45720" rtlCol="0">
            <a:normAutofit/>
          </a:bodyPr>
          <a:lstStyle/>
          <a:p>
            <a:r>
              <a:rPr lang="en-US" sz="2400" kern="1200" dirty="0">
                <a:solidFill>
                  <a:schemeClr val="bg1"/>
                </a:solidFill>
                <a:latin typeface="+mn-lt"/>
                <a:ea typeface="+mn-ea"/>
                <a:cs typeface="+mn-cs"/>
              </a:rPr>
              <a:t>Remember to Pay attention to HTTPS</a:t>
            </a:r>
          </a:p>
        </p:txBody>
      </p:sp>
      <p:pic>
        <p:nvPicPr>
          <p:cNvPr id="7" name="Graphic 6" descr="Eye">
            <a:extLst>
              <a:ext uri="{FF2B5EF4-FFF2-40B4-BE49-F238E27FC236}">
                <a16:creationId xmlns:a16="http://schemas.microsoft.com/office/drawing/2014/main" id="{24F97982-1550-46AF-9D2A-2A244FD53E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1" y="2743201"/>
            <a:ext cx="1371600" cy="1371600"/>
          </a:xfrm>
          <a:prstGeom prst="rect">
            <a:avLst/>
          </a:prstGeom>
        </p:spPr>
      </p:pic>
      <p:pic>
        <p:nvPicPr>
          <p:cNvPr id="9" name="Graphic 8">
            <a:extLst>
              <a:ext uri="{FF2B5EF4-FFF2-40B4-BE49-F238E27FC236}">
                <a16:creationId xmlns:a16="http://schemas.microsoft.com/office/drawing/2014/main" id="{B4BF2557-EFAE-49A9-8701-DF1FDB1658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16945901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0937EC7-0853-4108-A8F0-B0935B2FE696}"/>
              </a:ext>
            </a:extLst>
          </p:cNvPr>
          <p:cNvPicPr>
            <a:picLocks noGrp="1" noChangeAspect="1"/>
          </p:cNvPicPr>
          <p:nvPr>
            <p:ph idx="1"/>
          </p:nvPr>
        </p:nvPicPr>
        <p:blipFill>
          <a:blip r:embed="rId2"/>
          <a:stretch>
            <a:fillRect/>
          </a:stretch>
        </p:blipFill>
        <p:spPr>
          <a:xfrm>
            <a:off x="-221274" y="0"/>
            <a:ext cx="12634548" cy="6858000"/>
          </a:xfrm>
          <a:prstGeom prst="rect">
            <a:avLst/>
          </a:prstGeom>
        </p:spPr>
      </p:pic>
    </p:spTree>
    <p:extLst>
      <p:ext uri="{BB962C8B-B14F-4D97-AF65-F5344CB8AC3E}">
        <p14:creationId xmlns:p14="http://schemas.microsoft.com/office/powerpoint/2010/main" val="37432031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E862BE82-D00D-42C1-BF16-93AA37870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F6D92C2D-1D3D-4974-918C-06579FB35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3" y="-2"/>
            <a:ext cx="5441859" cy="5654940"/>
          </a:xfrm>
          <a:custGeom>
            <a:avLst/>
            <a:gdLst>
              <a:gd name="connsiteX0" fmla="*/ 0 w 5441859"/>
              <a:gd name="connsiteY0" fmla="*/ 0 h 5654940"/>
              <a:gd name="connsiteX1" fmla="*/ 4400492 w 5441859"/>
              <a:gd name="connsiteY1" fmla="*/ 0 h 5654940"/>
              <a:gd name="connsiteX2" fmla="*/ 4484767 w 5441859"/>
              <a:gd name="connsiteY2" fmla="*/ 76595 h 5654940"/>
              <a:gd name="connsiteX3" fmla="*/ 5441859 w 5441859"/>
              <a:gd name="connsiteY3" fmla="*/ 2387221 h 5654940"/>
              <a:gd name="connsiteX4" fmla="*/ 2174140 w 5441859"/>
              <a:gd name="connsiteY4" fmla="*/ 5654940 h 5654940"/>
              <a:gd name="connsiteX5" fmla="*/ 156693 w 5441859"/>
              <a:gd name="connsiteY5" fmla="*/ 4957981 h 5654940"/>
              <a:gd name="connsiteX6" fmla="*/ 0 w 5441859"/>
              <a:gd name="connsiteY6" fmla="*/ 4820612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0" y="0"/>
                </a:moveTo>
                <a:lnTo>
                  <a:pt x="4400492" y="0"/>
                </a:lnTo>
                <a:lnTo>
                  <a:pt x="4484767" y="76595"/>
                </a:lnTo>
                <a:cubicBezTo>
                  <a:pt x="5076108"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a:solidFill>
            <a:schemeClr val="bg1">
              <a:lumMod val="95000"/>
              <a:lumOff val="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BEF07A1-874B-4101-BB29-785511249224}"/>
              </a:ext>
            </a:extLst>
          </p:cNvPr>
          <p:cNvSpPr>
            <a:spLocks noGrp="1"/>
          </p:cNvSpPr>
          <p:nvPr>
            <p:ph type="title"/>
          </p:nvPr>
        </p:nvSpPr>
        <p:spPr>
          <a:xfrm>
            <a:off x="687274" y="1784059"/>
            <a:ext cx="4062643" cy="1043409"/>
          </a:xfrm>
        </p:spPr>
        <p:txBody>
          <a:bodyPr>
            <a:normAutofit/>
          </a:bodyPr>
          <a:lstStyle/>
          <a:p>
            <a:r>
              <a:rPr lang="en-US" sz="5400" b="1" dirty="0">
                <a:cs typeface="Lucida Sans Unicode" panose="020B0602030504020204" pitchFamily="34" charset="0"/>
              </a:rPr>
              <a:t>Real or Phish</a:t>
            </a:r>
          </a:p>
        </p:txBody>
      </p:sp>
    </p:spTree>
    <p:extLst>
      <p:ext uri="{BB962C8B-B14F-4D97-AF65-F5344CB8AC3E}">
        <p14:creationId xmlns:p14="http://schemas.microsoft.com/office/powerpoint/2010/main" val="1679301270"/>
      </p:ext>
    </p:extLst>
  </p:cSld>
  <p:clrMapOvr>
    <a:overrideClrMapping bg1="dk1" tx1="lt1" bg2="dk2" tx2="lt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BE1413-0E99-4191-9815-04EB22EB4A48}"/>
              </a:ext>
            </a:extLst>
          </p:cNvPr>
          <p:cNvPicPr>
            <a:picLocks noChangeAspect="1"/>
          </p:cNvPicPr>
          <p:nvPr/>
        </p:nvPicPr>
        <p:blipFill>
          <a:blip r:embed="rId2"/>
          <a:stretch>
            <a:fillRect/>
          </a:stretch>
        </p:blipFill>
        <p:spPr>
          <a:xfrm>
            <a:off x="-259388" y="0"/>
            <a:ext cx="12710776" cy="6858000"/>
          </a:xfrm>
          <a:prstGeom prst="rect">
            <a:avLst/>
          </a:prstGeom>
        </p:spPr>
      </p:pic>
    </p:spTree>
    <p:extLst>
      <p:ext uri="{BB962C8B-B14F-4D97-AF65-F5344CB8AC3E}">
        <p14:creationId xmlns:p14="http://schemas.microsoft.com/office/powerpoint/2010/main" val="40855126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8F1A6-A06A-4A01-A0B2-69CFE4E5BB76}"/>
              </a:ext>
            </a:extLst>
          </p:cNvPr>
          <p:cNvSpPr>
            <a:spLocks noGrp="1"/>
          </p:cNvSpPr>
          <p:nvPr>
            <p:ph type="title"/>
          </p:nvPr>
        </p:nvSpPr>
        <p:spPr>
          <a:xfrm>
            <a:off x="2370667" y="2187743"/>
            <a:ext cx="5293449" cy="2482515"/>
          </a:xfrm>
        </p:spPr>
        <p:txBody>
          <a:bodyPr vert="horz" lIns="91440" tIns="45720" rIns="91440" bIns="45720" rtlCol="0" anchor="ctr">
            <a:normAutofit/>
          </a:bodyPr>
          <a:lstStyle/>
          <a:p>
            <a:r>
              <a:rPr lang="en-US" sz="6000" kern="1200" dirty="0">
                <a:solidFill>
                  <a:schemeClr val="bg1"/>
                </a:solidFill>
                <a:latin typeface="+mj-lt"/>
                <a:ea typeface="+mj-ea"/>
                <a:cs typeface="+mj-cs"/>
              </a:rPr>
              <a:t>Real!</a:t>
            </a:r>
          </a:p>
        </p:txBody>
      </p:sp>
      <p:pic>
        <p:nvPicPr>
          <p:cNvPr id="7" name="Graphic 6" descr="Television">
            <a:extLst>
              <a:ext uri="{FF2B5EF4-FFF2-40B4-BE49-F238E27FC236}">
                <a16:creationId xmlns:a16="http://schemas.microsoft.com/office/drawing/2014/main" id="{C160736E-C0B2-4A02-9800-D1A6B9F7EB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1" y="2743201"/>
            <a:ext cx="1371600" cy="1371600"/>
          </a:xfrm>
          <a:prstGeom prst="rect">
            <a:avLst/>
          </a:prstGeom>
        </p:spPr>
      </p:pic>
      <p:pic>
        <p:nvPicPr>
          <p:cNvPr id="9" name="Graphic 8">
            <a:extLst>
              <a:ext uri="{FF2B5EF4-FFF2-40B4-BE49-F238E27FC236}">
                <a16:creationId xmlns:a16="http://schemas.microsoft.com/office/drawing/2014/main" id="{A505CA54-E877-414D-81C9-4F8BE8DE2D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9291091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E862BE82-D00D-42C1-BF16-93AA37870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F6D92C2D-1D3D-4974-918C-06579FB35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3" y="-2"/>
            <a:ext cx="5441859" cy="5654940"/>
          </a:xfrm>
          <a:custGeom>
            <a:avLst/>
            <a:gdLst>
              <a:gd name="connsiteX0" fmla="*/ 0 w 5441859"/>
              <a:gd name="connsiteY0" fmla="*/ 0 h 5654940"/>
              <a:gd name="connsiteX1" fmla="*/ 4400492 w 5441859"/>
              <a:gd name="connsiteY1" fmla="*/ 0 h 5654940"/>
              <a:gd name="connsiteX2" fmla="*/ 4484767 w 5441859"/>
              <a:gd name="connsiteY2" fmla="*/ 76595 h 5654940"/>
              <a:gd name="connsiteX3" fmla="*/ 5441859 w 5441859"/>
              <a:gd name="connsiteY3" fmla="*/ 2387221 h 5654940"/>
              <a:gd name="connsiteX4" fmla="*/ 2174140 w 5441859"/>
              <a:gd name="connsiteY4" fmla="*/ 5654940 h 5654940"/>
              <a:gd name="connsiteX5" fmla="*/ 156693 w 5441859"/>
              <a:gd name="connsiteY5" fmla="*/ 4957981 h 5654940"/>
              <a:gd name="connsiteX6" fmla="*/ 0 w 5441859"/>
              <a:gd name="connsiteY6" fmla="*/ 4820612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0" y="0"/>
                </a:moveTo>
                <a:lnTo>
                  <a:pt x="4400492" y="0"/>
                </a:lnTo>
                <a:lnTo>
                  <a:pt x="4484767" y="76595"/>
                </a:lnTo>
                <a:cubicBezTo>
                  <a:pt x="5076108" y="667936"/>
                  <a:pt x="5441859" y="1484866"/>
                  <a:pt x="5441859" y="2387221"/>
                </a:cubicBezTo>
                <a:cubicBezTo>
                  <a:pt x="5441859" y="4191932"/>
                  <a:pt x="3978851" y="5654940"/>
                  <a:pt x="2174140" y="5654940"/>
                </a:cubicBezTo>
                <a:cubicBezTo>
                  <a:pt x="1412778" y="5654940"/>
                  <a:pt x="712231" y="5394557"/>
                  <a:pt x="156693" y="4957981"/>
                </a:cubicBezTo>
                <a:lnTo>
                  <a:pt x="0" y="4820612"/>
                </a:lnTo>
                <a:close/>
              </a:path>
            </a:pathLst>
          </a:custGeom>
          <a:solidFill>
            <a:schemeClr val="bg1">
              <a:lumMod val="95000"/>
              <a:lumOff val="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BEF07A1-874B-4101-BB29-785511249224}"/>
              </a:ext>
            </a:extLst>
          </p:cNvPr>
          <p:cNvSpPr>
            <a:spLocks noGrp="1"/>
          </p:cNvSpPr>
          <p:nvPr>
            <p:ph type="title"/>
          </p:nvPr>
        </p:nvSpPr>
        <p:spPr>
          <a:xfrm>
            <a:off x="687274" y="1784059"/>
            <a:ext cx="4062643" cy="1043409"/>
          </a:xfrm>
        </p:spPr>
        <p:txBody>
          <a:bodyPr>
            <a:normAutofit/>
          </a:bodyPr>
          <a:lstStyle/>
          <a:p>
            <a:r>
              <a:rPr lang="en-US" sz="5400" b="1" dirty="0">
                <a:cs typeface="Lucida Sans Unicode" panose="020B0602030504020204" pitchFamily="34" charset="0"/>
              </a:rPr>
              <a:t>Real or Phish</a:t>
            </a:r>
          </a:p>
        </p:txBody>
      </p:sp>
    </p:spTree>
    <p:extLst>
      <p:ext uri="{BB962C8B-B14F-4D97-AF65-F5344CB8AC3E}">
        <p14:creationId xmlns:p14="http://schemas.microsoft.com/office/powerpoint/2010/main" val="2485942779"/>
      </p:ext>
    </p:extLst>
  </p:cSld>
  <p:clrMapOvr>
    <a:overrideClrMapping bg1="dk1" tx1="lt1" bg2="dk2" tx2="lt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ntent Placeholder 4" descr="A screenshot of a computer&#10;&#10;Description generated with very high confidence">
            <a:extLst>
              <a:ext uri="{FF2B5EF4-FFF2-40B4-BE49-F238E27FC236}">
                <a16:creationId xmlns:a16="http://schemas.microsoft.com/office/drawing/2014/main" id="{292B3136-0377-4885-A0E5-63B6C6CD54E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7927" y="16655"/>
            <a:ext cx="11416146" cy="6824690"/>
          </a:xfrm>
        </p:spPr>
      </p:pic>
    </p:spTree>
    <p:extLst>
      <p:ext uri="{BB962C8B-B14F-4D97-AF65-F5344CB8AC3E}">
        <p14:creationId xmlns:p14="http://schemas.microsoft.com/office/powerpoint/2010/main" val="2184689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C625-86BF-4CB9-8230-BDFD930F1408}"/>
              </a:ext>
            </a:extLst>
          </p:cNvPr>
          <p:cNvSpPr>
            <a:spLocks noGrp="1"/>
          </p:cNvSpPr>
          <p:nvPr>
            <p:ph type="title"/>
          </p:nvPr>
        </p:nvSpPr>
        <p:spPr>
          <a:xfrm>
            <a:off x="2370667" y="2187743"/>
            <a:ext cx="5293449" cy="2482515"/>
          </a:xfrm>
        </p:spPr>
        <p:txBody>
          <a:bodyPr vert="horz" lIns="91440" tIns="45720" rIns="91440" bIns="45720" rtlCol="0" anchor="ctr">
            <a:normAutofit/>
          </a:bodyPr>
          <a:lstStyle/>
          <a:p>
            <a:r>
              <a:rPr lang="en-US" sz="6000" kern="1200" dirty="0">
                <a:solidFill>
                  <a:schemeClr val="bg1"/>
                </a:solidFill>
                <a:latin typeface="+mj-lt"/>
                <a:ea typeface="+mj-ea"/>
                <a:cs typeface="+mj-cs"/>
              </a:rPr>
              <a:t>That was also a Phish….</a:t>
            </a:r>
          </a:p>
        </p:txBody>
      </p:sp>
      <p:sp>
        <p:nvSpPr>
          <p:cNvPr id="3" name="Content Placeholder 2">
            <a:extLst>
              <a:ext uri="{FF2B5EF4-FFF2-40B4-BE49-F238E27FC236}">
                <a16:creationId xmlns:a16="http://schemas.microsoft.com/office/drawing/2014/main" id="{AB4A9531-A369-4FA1-BB2A-5351C8D97572}"/>
              </a:ext>
            </a:extLst>
          </p:cNvPr>
          <p:cNvSpPr>
            <a:spLocks noGrp="1"/>
          </p:cNvSpPr>
          <p:nvPr>
            <p:ph idx="1"/>
          </p:nvPr>
        </p:nvSpPr>
        <p:spPr>
          <a:xfrm>
            <a:off x="2473304" y="4744903"/>
            <a:ext cx="5293449" cy="1371405"/>
          </a:xfrm>
        </p:spPr>
        <p:txBody>
          <a:bodyPr vert="horz" lIns="91440" tIns="45720" rIns="91440" bIns="45720" rtlCol="0">
            <a:normAutofit/>
          </a:bodyPr>
          <a:lstStyle/>
          <a:p>
            <a:pPr marL="0" indent="0">
              <a:buNone/>
            </a:pPr>
            <a:r>
              <a:rPr lang="en-US" sz="2400" kern="1200" dirty="0">
                <a:solidFill>
                  <a:schemeClr val="bg1"/>
                </a:solidFill>
                <a:latin typeface="+mn-lt"/>
                <a:ea typeface="+mn-ea"/>
                <a:cs typeface="+mn-cs"/>
              </a:rPr>
              <a:t>And here is why….</a:t>
            </a:r>
          </a:p>
        </p:txBody>
      </p:sp>
      <p:pic>
        <p:nvPicPr>
          <p:cNvPr id="7" name="Graphic 6" descr="Head with Gears">
            <a:extLst>
              <a:ext uri="{FF2B5EF4-FFF2-40B4-BE49-F238E27FC236}">
                <a16:creationId xmlns:a16="http://schemas.microsoft.com/office/drawing/2014/main" id="{8457270E-8DF9-4E47-8AD7-2CA6EFBAB4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1" y="2743201"/>
            <a:ext cx="1371600" cy="1371600"/>
          </a:xfrm>
          <a:prstGeom prst="rect">
            <a:avLst/>
          </a:prstGeom>
        </p:spPr>
      </p:pic>
      <p:pic>
        <p:nvPicPr>
          <p:cNvPr id="9" name="Graphic 8">
            <a:extLst>
              <a:ext uri="{FF2B5EF4-FFF2-40B4-BE49-F238E27FC236}">
                <a16:creationId xmlns:a16="http://schemas.microsoft.com/office/drawing/2014/main" id="{F1A0D450-5450-4762-955B-D23F57AB6B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0597997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generated with very high confidence">
            <a:extLst>
              <a:ext uri="{FF2B5EF4-FFF2-40B4-BE49-F238E27FC236}">
                <a16:creationId xmlns:a16="http://schemas.microsoft.com/office/drawing/2014/main" id="{F3552791-E1C1-4C6D-94FC-D1A1C9A8E6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149" y="-105763"/>
            <a:ext cx="11825702" cy="7069526"/>
          </a:xfrm>
        </p:spPr>
      </p:pic>
    </p:spTree>
    <p:extLst>
      <p:ext uri="{BB962C8B-B14F-4D97-AF65-F5344CB8AC3E}">
        <p14:creationId xmlns:p14="http://schemas.microsoft.com/office/powerpoint/2010/main" val="22424147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20C648D-79A4-44F7-AE88-3795B0DBBD70}"/>
              </a:ext>
            </a:extLst>
          </p:cNvPr>
          <p:cNvSpPr>
            <a:spLocks noGrp="1"/>
          </p:cNvSpPr>
          <p:nvPr>
            <p:ph type="title"/>
          </p:nvPr>
        </p:nvSpPr>
        <p:spPr>
          <a:xfrm>
            <a:off x="863029" y="1012004"/>
            <a:ext cx="3416158" cy="4795408"/>
          </a:xfrm>
        </p:spPr>
        <p:txBody>
          <a:bodyPr>
            <a:normAutofit/>
          </a:bodyPr>
          <a:lstStyle/>
          <a:p>
            <a:r>
              <a:rPr lang="en-US" dirty="0">
                <a:solidFill>
                  <a:srgbClr val="FFFFFF"/>
                </a:solidFill>
              </a:rPr>
              <a:t>Summary | What you should remember</a:t>
            </a:r>
          </a:p>
        </p:txBody>
      </p:sp>
      <p:graphicFrame>
        <p:nvGraphicFramePr>
          <p:cNvPr id="5" name="Content Placeholder 2">
            <a:extLst>
              <a:ext uri="{FF2B5EF4-FFF2-40B4-BE49-F238E27FC236}">
                <a16:creationId xmlns:a16="http://schemas.microsoft.com/office/drawing/2014/main" id="{5A76E4D3-3C9A-4823-8447-E772D771E2BD}"/>
              </a:ext>
            </a:extLst>
          </p:cNvPr>
          <p:cNvGraphicFramePr>
            <a:graphicFrameLocks noGrp="1"/>
          </p:cNvGraphicFramePr>
          <p:nvPr>
            <p:ph idx="1"/>
            <p:extLst>
              <p:ext uri="{D42A27DB-BD31-4B8C-83A1-F6EECF244321}">
                <p14:modId xmlns:p14="http://schemas.microsoft.com/office/powerpoint/2010/main" val="2734888355"/>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9216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5953FE2254CD448FB6856704874AB8" ma:contentTypeVersion="12" ma:contentTypeDescription="Create a new document." ma:contentTypeScope="" ma:versionID="594757bc07764d295cdb01a5715cfc5b">
  <xsd:schema xmlns:xsd="http://www.w3.org/2001/XMLSchema" xmlns:xs="http://www.w3.org/2001/XMLSchema" xmlns:p="http://schemas.microsoft.com/office/2006/metadata/properties" xmlns:ns1="http://schemas.microsoft.com/sharepoint/v3" xmlns:ns2="fb16baec-b66c-4a07-9fc2-0e0bd5516a8e" xmlns:ns3="8f4109fe-15b5-42d7-acf7-718a5d02a3d0" targetNamespace="http://schemas.microsoft.com/office/2006/metadata/properties" ma:root="true" ma:fieldsID="1f74ec1fedad56754e49e745f1b17858" ns1:_="" ns2:_="" ns3:_="">
    <xsd:import namespace="http://schemas.microsoft.com/sharepoint/v3"/>
    <xsd:import namespace="fb16baec-b66c-4a07-9fc2-0e0bd5516a8e"/>
    <xsd:import namespace="8f4109fe-15b5-42d7-acf7-718a5d02a3d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16baec-b66c-4a07-9fc2-0e0bd5516a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f4109fe-15b5-42d7-acf7-718a5d02a3d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289440-1BB1-4707-A824-CBA8033F6C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b16baec-b66c-4a07-9fc2-0e0bd5516a8e"/>
    <ds:schemaRef ds:uri="8f4109fe-15b5-42d7-acf7-718a5d02a3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D9184D-A415-49D5-9CD2-4F13FC777E27}">
  <ds:schemaRefs>
    <ds:schemaRef ds:uri="http://purl.org/dc/elements/1.1/"/>
    <ds:schemaRef ds:uri="http://schemas.microsoft.com/office/2006/metadata/properties"/>
    <ds:schemaRef ds:uri="http://purl.org/dc/terms/"/>
    <ds:schemaRef ds:uri="http://purl.org/dc/dcmitype/"/>
    <ds:schemaRef ds:uri="http://schemas.openxmlformats.org/package/2006/metadata/core-properties"/>
    <ds:schemaRef ds:uri="http://www.w3.org/XML/1998/namespace"/>
    <ds:schemaRef ds:uri="http://schemas.microsoft.com/office/2006/documentManagement/types"/>
    <ds:schemaRef ds:uri="fb16baec-b66c-4a07-9fc2-0e0bd5516a8e"/>
    <ds:schemaRef ds:uri="http://schemas.microsoft.com/sharepoint/v3"/>
    <ds:schemaRef ds:uri="http://schemas.microsoft.com/office/infopath/2007/PartnerControls"/>
    <ds:schemaRef ds:uri="8f4109fe-15b5-42d7-acf7-718a5d02a3d0"/>
  </ds:schemaRefs>
</ds:datastoreItem>
</file>

<file path=customXml/itemProps3.xml><?xml version="1.0" encoding="utf-8"?>
<ds:datastoreItem xmlns:ds="http://schemas.openxmlformats.org/officeDocument/2006/customXml" ds:itemID="{CEA8A5C6-ADA4-4F5E-B850-DDBEAE8A6A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442</TotalTime>
  <Words>2585</Words>
  <Application>Microsoft Office PowerPoint</Application>
  <PresentationFormat>Widescreen</PresentationFormat>
  <Paragraphs>306</Paragraphs>
  <Slides>61</Slides>
  <Notes>8</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Calibri</vt:lpstr>
      <vt:lpstr>Calibri Light</vt:lpstr>
      <vt:lpstr>Gill Sans MT</vt:lpstr>
      <vt:lpstr>Office Theme</vt:lpstr>
      <vt:lpstr>Cyber Security  and Awareness Training</vt:lpstr>
      <vt:lpstr>Basic Terminology</vt:lpstr>
      <vt:lpstr>Basic Terminology </vt:lpstr>
      <vt:lpstr>Data Breach and Cyber Attack Facts</vt:lpstr>
      <vt:lpstr>Cost Of Data Breaches and Cyber Attacks</vt:lpstr>
      <vt:lpstr>PowerPoint Presentation</vt:lpstr>
      <vt:lpstr>Data Breach and Cyber Attack Examples</vt:lpstr>
      <vt:lpstr>Data Breach and Cyber Attack Examples</vt:lpstr>
      <vt:lpstr>Protecting your company</vt:lpstr>
      <vt:lpstr>Email Security</vt:lpstr>
      <vt:lpstr>Email Security | Attachments</vt:lpstr>
      <vt:lpstr>Email Security | Attachments Cont. </vt:lpstr>
      <vt:lpstr>Email Security | Attachments Cont. </vt:lpstr>
      <vt:lpstr>Phishing</vt:lpstr>
      <vt:lpstr>Phishing Cont.</vt:lpstr>
      <vt:lpstr>Spotting a Phishing Email</vt:lpstr>
      <vt:lpstr>What is Spear Phishing?</vt:lpstr>
      <vt:lpstr>Classic Phishing</vt:lpstr>
      <vt:lpstr>Spear Phishing</vt:lpstr>
      <vt:lpstr>Whaling</vt:lpstr>
      <vt:lpstr>Link Manipulation</vt:lpstr>
      <vt:lpstr>Link Manipulation Cont.</vt:lpstr>
      <vt:lpstr>Analyzing a Phishing Attempt</vt:lpstr>
      <vt:lpstr>Analyzing a Phishing Attempt Cont.</vt:lpstr>
      <vt:lpstr>Amount of Spam Filtered by our systems</vt:lpstr>
      <vt:lpstr>Amount of Phishing Prevented by our System</vt:lpstr>
      <vt:lpstr>Password Security | Don’t be an easy target </vt:lpstr>
      <vt:lpstr>Password Security | Creating a Strong Password</vt:lpstr>
      <vt:lpstr>Password Security|Protecting Your Passwords</vt:lpstr>
      <vt:lpstr>Password Security | Password Managers</vt:lpstr>
      <vt:lpstr>Protecting your Company|Safe Web Browsing</vt:lpstr>
      <vt:lpstr>Safe Web Browsing| Risky Websites</vt:lpstr>
      <vt:lpstr>Browser Based Hoax|Fake Tech Support</vt:lpstr>
      <vt:lpstr>Browser Based Hoax| Malicious Web Redirects</vt:lpstr>
      <vt:lpstr>Safe Web Browsing|Unsecure Sites</vt:lpstr>
      <vt:lpstr>Safe Web Browsing | Spotting Fake Web Addresses</vt:lpstr>
      <vt:lpstr>Ransomware</vt:lpstr>
      <vt:lpstr>Ransomware Facts</vt:lpstr>
      <vt:lpstr>How fast does Ransomware Spread?</vt:lpstr>
      <vt:lpstr>Hypothetical Costs of Downtime Due to Network Wide Ransomware Attack</vt:lpstr>
      <vt:lpstr>Physical Security in the Workplace</vt:lpstr>
      <vt:lpstr>Unattended Workstations</vt:lpstr>
      <vt:lpstr>Physical Documents</vt:lpstr>
      <vt:lpstr>Tailgating &amp; Impersonation</vt:lpstr>
      <vt:lpstr>Shoulder Surfing</vt:lpstr>
      <vt:lpstr>Real or Phish</vt:lpstr>
      <vt:lpstr>Real or Phish Scenario #1</vt:lpstr>
      <vt:lpstr>PowerPoint Presentation</vt:lpstr>
      <vt:lpstr>That Looked Real! But it was also a “Real” Phish….</vt:lpstr>
      <vt:lpstr>Analyzing the Email | Scenario #1 </vt:lpstr>
      <vt:lpstr>PowerPoint Presentation</vt:lpstr>
      <vt:lpstr>What does the real page look like?</vt:lpstr>
      <vt:lpstr>PowerPoint Presentation</vt:lpstr>
      <vt:lpstr>Real or Phish</vt:lpstr>
      <vt:lpstr>PowerPoint Presentation</vt:lpstr>
      <vt:lpstr>Real!</vt:lpstr>
      <vt:lpstr>Real or Phish</vt:lpstr>
      <vt:lpstr>PowerPoint Presentation</vt:lpstr>
      <vt:lpstr>That was also a Phish….</vt:lpstr>
      <vt:lpstr>PowerPoint Presentation</vt:lpstr>
      <vt:lpstr>Summary | What you should remember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and Awareness Training</dc:title>
  <dc:creator>MTP Admin</dc:creator>
  <cp:lastModifiedBy>Blake</cp:lastModifiedBy>
  <cp:revision>23</cp:revision>
  <dcterms:created xsi:type="dcterms:W3CDTF">2019-06-27T17:35:37Z</dcterms:created>
  <dcterms:modified xsi:type="dcterms:W3CDTF">2019-12-04T14:38:00Z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0x0101009A5953FE2254CD448FB6856704874AB8</vt:lpwstr>
  </property>
</Properties>
</file>